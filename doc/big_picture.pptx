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60" r:id="rId3"/>
    <p:sldId id="261" r:id="rId4"/>
  </p:sldIdLst>
  <p:sldSz cx="12801600" cy="9601200" type="A3"/>
  <p:notesSz cx="6858000" cy="9144000"/>
  <p:defaultTextStyle>
    <a:defPPr>
      <a:defRPr lang="de-DE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73" userDrawn="1">
          <p15:clr>
            <a:srgbClr val="A4A3A4"/>
          </p15:clr>
        </p15:guide>
        <p15:guide id="2" pos="32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14"/>
    <p:restoredTop sz="97716"/>
  </p:normalViewPr>
  <p:slideViewPr>
    <p:cSldViewPr snapToGrid="0" snapToObjects="1" showGuides="1">
      <p:cViewPr varScale="1">
        <p:scale>
          <a:sx n="147" d="100"/>
          <a:sy n="147" d="100"/>
        </p:scale>
        <p:origin x="1152" y="224"/>
      </p:cViewPr>
      <p:guideLst>
        <p:guide orient="horz" pos="3273"/>
        <p:guide pos="328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26850-8575-9945-A6DF-A0798D281566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B5BD3-F46E-FB47-B59F-C94AAAA102D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83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B5BD3-F46E-FB47-B59F-C94AAAA102D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612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F98F8-6178-8186-55E8-9E466D476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96AC5-2FA2-E128-FFD2-CFE26319C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77FCC-9234-0EB5-7CFC-27617959F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38CEC-BF9A-6E91-D9E7-908765049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B5BD3-F46E-FB47-B59F-C94AAAA102D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144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3707-B6FF-7D3D-7943-B90EB872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8EAB1-F46F-76A1-388F-B74B22A91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84617-4122-B892-D9C7-6BE50BBFB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451E6-4470-ED45-DBEE-3B0E35EAB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B5BD3-F46E-FB47-B59F-C94AAAA102D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65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8546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321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597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722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48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694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77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17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67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775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8876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3E910-B59F-F444-BE29-3A643468020D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53FC8-EEB3-234D-98F1-DC6C11E0B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47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291CDEF6-E873-65ED-A5D3-E7CABA177CA2}"/>
              </a:ext>
            </a:extLst>
          </p:cNvPr>
          <p:cNvSpPr>
            <a:spLocks noChangeAspect="1"/>
          </p:cNvSpPr>
          <p:nvPr/>
        </p:nvSpPr>
        <p:spPr>
          <a:xfrm>
            <a:off x="360000" y="5760000"/>
            <a:ext cx="4500000" cy="37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38121-16F2-BA4C-9405-759F95BDB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305" y="250508"/>
            <a:ext cx="1320800" cy="1320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E502DF-15DF-CA4C-BCFE-F7ECBE069B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80116" y="1284350"/>
            <a:ext cx="812800" cy="8128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BAB3A4F-C7F6-1941-8C31-7D59E889E9EA}"/>
              </a:ext>
            </a:extLst>
          </p:cNvPr>
          <p:cNvGrpSpPr/>
          <p:nvPr/>
        </p:nvGrpSpPr>
        <p:grpSpPr>
          <a:xfrm>
            <a:off x="1655211" y="2102968"/>
            <a:ext cx="1969907" cy="812800"/>
            <a:chOff x="780378" y="5424549"/>
            <a:chExt cx="1969907" cy="8128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8FAF402-765E-AF4D-B183-275CFC755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</a:blip>
            <a:stretch>
              <a:fillRect/>
            </a:stretch>
          </p:blipFill>
          <p:spPr>
            <a:xfrm>
              <a:off x="780378" y="5424549"/>
              <a:ext cx="812800" cy="8128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E6FCDE-D366-DF4A-A913-D8D5A634656A}"/>
                </a:ext>
              </a:extLst>
            </p:cNvPr>
            <p:cNvSpPr txBox="1"/>
            <p:nvPr/>
          </p:nvSpPr>
          <p:spPr>
            <a:xfrm>
              <a:off x="1562139" y="5528993"/>
              <a:ext cx="11881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rV</a:t>
              </a:r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de-DE" sz="12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de-DE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cache</a:t>
              </a:r>
              <a:b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de-DE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directory</a:t>
              </a:r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200" dirty="0" err="1">
                  <a:latin typeface="Courier" pitchFamily="2" charset="0"/>
                  <a:cs typeface="Arial" panose="020B0604020202020204" pitchFamily="34" charset="0"/>
                </a:rPr>
                <a:t>pot</a:t>
              </a:r>
              <a:r>
                <a:rPr lang="de-DE" sz="1200" dirty="0">
                  <a:latin typeface="Courier" pitchFamily="2" charset="0"/>
                  <a:cs typeface="Arial" panose="020B0604020202020204" pitchFamily="34" charset="0"/>
                </a:rPr>
                <a:t>/</a:t>
              </a:r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46A3FE9-B3DC-1A40-8877-FEC5EEDAA212}"/>
              </a:ext>
            </a:extLst>
          </p:cNvPr>
          <p:cNvSpPr/>
          <p:nvPr/>
        </p:nvSpPr>
        <p:spPr>
          <a:xfrm>
            <a:off x="5400000" y="504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single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atom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7DE6E8B-FD82-C84A-8A61-CC8C8463C788}"/>
              </a:ext>
            </a:extLst>
          </p:cNvPr>
          <p:cNvSpPr/>
          <p:nvPr/>
        </p:nvSpPr>
        <p:spPr>
          <a:xfrm>
            <a:off x="5400000" y="21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atom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core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CD602C6-456F-C144-8760-5A3B06685886}"/>
              </a:ext>
            </a:extLst>
          </p:cNvPr>
          <p:cNvSpPr/>
          <p:nvPr/>
        </p:nvSpPr>
        <p:spPr>
          <a:xfrm>
            <a:off x="3599999" y="43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uniform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laplacian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CD99990-CC43-0F4D-8A78-A2FE84437503}"/>
              </a:ext>
            </a:extLst>
          </p:cNvPr>
          <p:cNvSpPr/>
          <p:nvPr/>
        </p:nvSpPr>
        <p:spPr>
          <a:xfrm>
            <a:off x="3600000" y="504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scattering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test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C150C1E-F2E2-D34A-8F82-337E73C3DB73}"/>
              </a:ext>
            </a:extLst>
          </p:cNvPr>
          <p:cNvSpPr/>
          <p:nvPr/>
        </p:nvSpPr>
        <p:spPr>
          <a:xfrm>
            <a:off x="3420000" y="738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linear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algebra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884B3AE-0C67-2C46-87BB-F3647608BB18}"/>
              </a:ext>
            </a:extLst>
          </p:cNvPr>
          <p:cNvSpPr/>
          <p:nvPr/>
        </p:nvSpPr>
        <p:spPr>
          <a:xfrm>
            <a:off x="10800000" y="21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radial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grid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F954E36-F7AD-EA4C-B187-2933A01A47D3}"/>
              </a:ext>
            </a:extLst>
          </p:cNvPr>
          <p:cNvSpPr/>
          <p:nvPr/>
        </p:nvSpPr>
        <p:spPr>
          <a:xfrm>
            <a:off x="7200000" y="21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radial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eigensolver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FDA6D5C-B7DA-C241-B76D-C398410DD83F}"/>
              </a:ext>
            </a:extLst>
          </p:cNvPr>
          <p:cNvSpPr/>
          <p:nvPr/>
        </p:nvSpPr>
        <p:spPr>
          <a:xfrm>
            <a:off x="7200000" y="36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exchange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correlation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D1DD86E-041E-B946-8D0B-C1A43AA104E3}"/>
              </a:ext>
            </a:extLst>
          </p:cNvPr>
          <p:cNvSpPr/>
          <p:nvPr/>
        </p:nvSpPr>
        <p:spPr>
          <a:xfrm>
            <a:off x="10800000" y="504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element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config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735A9AE-E1F9-7C44-ACDD-90715307FAC0}"/>
              </a:ext>
            </a:extLst>
          </p:cNvPr>
          <p:cNvSpPr/>
          <p:nvPr/>
        </p:nvSpPr>
        <p:spPr>
          <a:xfrm>
            <a:off x="9000000" y="57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chemical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symbol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0C17CEA-4332-5441-8713-C7EC4B8425A0}"/>
              </a:ext>
            </a:extLst>
          </p:cNvPr>
          <p:cNvSpPr/>
          <p:nvPr/>
        </p:nvSpPr>
        <p:spPr>
          <a:xfrm>
            <a:off x="7200000" y="288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radial potential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5465DE9-34B0-464A-9872-A2B1D6F711A4}"/>
              </a:ext>
            </a:extLst>
          </p:cNvPr>
          <p:cNvSpPr/>
          <p:nvPr/>
        </p:nvSpPr>
        <p:spPr>
          <a:xfrm>
            <a:off x="9000000" y="21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radial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integrator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0853068-37EB-4744-A336-79E97BB0D2AC}"/>
              </a:ext>
            </a:extLst>
          </p:cNvPr>
          <p:cNvGrpSpPr/>
          <p:nvPr/>
        </p:nvGrpSpPr>
        <p:grpSpPr>
          <a:xfrm>
            <a:off x="1219876" y="1418278"/>
            <a:ext cx="3640123" cy="547129"/>
            <a:chOff x="4208838" y="847923"/>
            <a:chExt cx="3640123" cy="547129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C3E087B7-06E3-594C-8B7A-ECF3019A1144}"/>
                </a:ext>
              </a:extLst>
            </p:cNvPr>
            <p:cNvSpPr/>
            <p:nvPr/>
          </p:nvSpPr>
          <p:spPr>
            <a:xfrm>
              <a:off x="6588961" y="855052"/>
              <a:ext cx="1260000" cy="54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control</a:t>
              </a:r>
              <a:endParaRPr lang="de-DE" sz="1200" dirty="0">
                <a:solidFill>
                  <a:schemeClr val="tx1"/>
                </a:solidFill>
                <a:latin typeface="Courier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3DDD99-7AC2-0346-8B24-EE4346954CE0}"/>
                </a:ext>
              </a:extLst>
            </p:cNvPr>
            <p:cNvSpPr txBox="1"/>
            <p:nvPr/>
          </p:nvSpPr>
          <p:spPr>
            <a:xfrm>
              <a:off x="4208838" y="847923"/>
              <a:ext cx="13901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de-DE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control.file</a:t>
              </a:r>
              <a:endParaRPr lang="de-DE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9B819D16-3979-E241-8790-7951EA9EC6F2}"/>
              </a:ext>
            </a:extLst>
          </p:cNvPr>
          <p:cNvSpPr/>
          <p:nvPr/>
        </p:nvSpPr>
        <p:spPr>
          <a:xfrm>
            <a:off x="1800000" y="504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sho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radial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F26C983-CECD-9D4C-BB43-61181C7B1C14}"/>
              </a:ext>
            </a:extLst>
          </p:cNvPr>
          <p:cNvSpPr/>
          <p:nvPr/>
        </p:nvSpPr>
        <p:spPr>
          <a:xfrm>
            <a:off x="1980000" y="881775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xml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reading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310E402-22A8-9A40-9AE9-C2CE0D229B75}"/>
              </a:ext>
            </a:extLst>
          </p:cNvPr>
          <p:cNvSpPr/>
          <p:nvPr/>
        </p:nvSpPr>
        <p:spPr>
          <a:xfrm>
            <a:off x="10800000" y="36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angular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grid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4C9A9B4A-30CF-A443-BAA7-F7F344910461}"/>
              </a:ext>
            </a:extLst>
          </p:cNvPr>
          <p:cNvCxnSpPr>
            <a:cxnSpLocks/>
            <a:stCxn id="41" idx="1"/>
            <a:endCxn id="34" idx="3"/>
          </p:cNvCxnSpPr>
          <p:nvPr/>
        </p:nvCxnSpPr>
        <p:spPr>
          <a:xfrm rot="10800000">
            <a:off x="8460000" y="2430000"/>
            <a:ext cx="54000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63BFCEF9-F402-A842-B0B2-B75FAD586FE4}"/>
              </a:ext>
            </a:extLst>
          </p:cNvPr>
          <p:cNvCxnSpPr>
            <a:cxnSpLocks/>
            <a:stCxn id="34" idx="1"/>
            <a:endCxn id="23" idx="3"/>
          </p:cNvCxnSpPr>
          <p:nvPr/>
        </p:nvCxnSpPr>
        <p:spPr>
          <a:xfrm rot="10800000">
            <a:off x="6660000" y="2430000"/>
            <a:ext cx="54000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CDFC2DF0-15EC-0944-A2A0-F2505179B8F7}"/>
              </a:ext>
            </a:extLst>
          </p:cNvPr>
          <p:cNvCxnSpPr>
            <a:cxnSpLocks/>
            <a:stCxn id="23" idx="1"/>
            <a:endCxn id="19" idx="3"/>
          </p:cNvCxnSpPr>
          <p:nvPr/>
        </p:nvCxnSpPr>
        <p:spPr>
          <a:xfrm rot="10800000" flipV="1">
            <a:off x="3625118" y="2429999"/>
            <a:ext cx="1774882" cy="8245"/>
          </a:xfrm>
          <a:prstGeom prst="bentConnector3">
            <a:avLst>
              <a:gd name="adj1" fmla="val 50000"/>
            </a:avLst>
          </a:prstGeom>
          <a:ln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04F129E3-B788-244E-A849-D7B31002492C}"/>
              </a:ext>
            </a:extLst>
          </p:cNvPr>
          <p:cNvCxnSpPr>
            <a:cxnSpLocks/>
            <a:stCxn id="14" idx="3"/>
            <a:endCxn id="25" idx="1"/>
          </p:cNvCxnSpPr>
          <p:nvPr/>
        </p:nvCxnSpPr>
        <p:spPr>
          <a:xfrm>
            <a:off x="1192916" y="1690750"/>
            <a:ext cx="2407083" cy="4657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147BB885-DE33-5445-A31F-38F5A547729F}"/>
              </a:ext>
            </a:extLst>
          </p:cNvPr>
          <p:cNvCxnSpPr>
            <a:cxnSpLocks/>
            <a:stCxn id="39" idx="0"/>
            <a:endCxn id="160" idx="2"/>
          </p:cNvCxnSpPr>
          <p:nvPr/>
        </p:nvCxnSpPr>
        <p:spPr>
          <a:xfrm rot="5400000" flipH="1" flipV="1">
            <a:off x="9540000" y="5670000"/>
            <a:ext cx="18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D07C7B47-08E9-0A46-8318-383E9CEC1E5C}"/>
              </a:ext>
            </a:extLst>
          </p:cNvPr>
          <p:cNvCxnSpPr>
            <a:cxnSpLocks/>
            <a:stCxn id="40" idx="1"/>
            <a:endCxn id="23" idx="2"/>
          </p:cNvCxnSpPr>
          <p:nvPr/>
        </p:nvCxnSpPr>
        <p:spPr>
          <a:xfrm rot="10800000">
            <a:off x="6030000" y="2700000"/>
            <a:ext cx="1170000" cy="450000"/>
          </a:xfrm>
          <a:prstGeom prst="bentConnector2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3B6E1E3C-F44D-704A-89B0-755B1E344DAD}"/>
              </a:ext>
            </a:extLst>
          </p:cNvPr>
          <p:cNvSpPr>
            <a:spLocks noChangeAspect="1"/>
          </p:cNvSpPr>
          <p:nvPr/>
        </p:nvSpPr>
        <p:spPr>
          <a:xfrm>
            <a:off x="3420000" y="594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bisection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tools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97107E32-BFD3-864B-9341-D08C6D27262C}"/>
              </a:ext>
            </a:extLst>
          </p:cNvPr>
          <p:cNvSpPr/>
          <p:nvPr/>
        </p:nvSpPr>
        <p:spPr>
          <a:xfrm>
            <a:off x="1980000" y="66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inline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math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CE03D340-C9EC-A74E-90F9-2749DE85D293}"/>
              </a:ext>
            </a:extLst>
          </p:cNvPr>
          <p:cNvSpPr/>
          <p:nvPr/>
        </p:nvSpPr>
        <p:spPr>
          <a:xfrm>
            <a:off x="1800000" y="43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sho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tools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9B09E6FB-E788-7440-B356-AE60D37F3549}"/>
              </a:ext>
            </a:extLst>
          </p:cNvPr>
          <p:cNvSpPr/>
          <p:nvPr/>
        </p:nvSpPr>
        <p:spPr>
          <a:xfrm>
            <a:off x="540000" y="81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pawxml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export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368A3688-E1C6-8846-A038-A6E332535C8E}"/>
              </a:ext>
            </a:extLst>
          </p:cNvPr>
          <p:cNvSpPr/>
          <p:nvPr/>
        </p:nvSpPr>
        <p:spPr>
          <a:xfrm>
            <a:off x="1980000" y="81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bessel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transform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84A8C87C-7F25-234B-B10D-C64B64D1CF8E}"/>
              </a:ext>
            </a:extLst>
          </p:cNvPr>
          <p:cNvSpPr/>
          <p:nvPr/>
        </p:nvSpPr>
        <p:spPr>
          <a:xfrm>
            <a:off x="1980000" y="737885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data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view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21C132D3-B377-D547-8957-E3EB59B0D929}"/>
              </a:ext>
            </a:extLst>
          </p:cNvPr>
          <p:cNvSpPr/>
          <p:nvPr/>
        </p:nvSpPr>
        <p:spPr>
          <a:xfrm>
            <a:off x="3420000" y="81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solid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harmonics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9897CF95-E09A-B24A-93D1-C579C0408DE1}"/>
              </a:ext>
            </a:extLst>
          </p:cNvPr>
          <p:cNvSpPr/>
          <p:nvPr/>
        </p:nvSpPr>
        <p:spPr>
          <a:xfrm>
            <a:off x="13830829" y="171416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SPARE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0E79DDFE-283E-2742-A28A-0DDD2A66C61C}"/>
              </a:ext>
            </a:extLst>
          </p:cNvPr>
          <p:cNvSpPr/>
          <p:nvPr/>
        </p:nvSpPr>
        <p:spPr>
          <a:xfrm>
            <a:off x="13830829" y="2467524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6A6C2DC4-474B-BC44-8A77-88BB79C21F6E}"/>
              </a:ext>
            </a:extLst>
          </p:cNvPr>
          <p:cNvSpPr/>
          <p:nvPr/>
        </p:nvSpPr>
        <p:spPr>
          <a:xfrm>
            <a:off x="3420000" y="66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lossful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compression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C69DDB1C-9D98-4F48-8CB0-9B87CD483264}"/>
              </a:ext>
            </a:extLst>
          </p:cNvPr>
          <p:cNvSpPr/>
          <p:nvPr/>
        </p:nvSpPr>
        <p:spPr>
          <a:xfrm>
            <a:off x="10800000" y="4320549"/>
            <a:ext cx="1260000" cy="4904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radial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</a:t>
            </a:r>
            <a:r>
              <a:rPr lang="de-DE" sz="1200" baseline="30000" dirty="0">
                <a:solidFill>
                  <a:schemeClr val="tx1"/>
                </a:solidFill>
                <a:latin typeface="Courier" pitchFamily="2" charset="0"/>
              </a:rPr>
              <a:t>2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grid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A6C78812-7A86-F542-A81D-8A38FBB05F28}"/>
              </a:ext>
            </a:extLst>
          </p:cNvPr>
          <p:cNvSpPr/>
          <p:nvPr/>
        </p:nvSpPr>
        <p:spPr>
          <a:xfrm>
            <a:off x="7200000" y="70848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recorded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warnings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CC04198B-A5C1-3B46-AD8E-CC8A4D9A9138}"/>
              </a:ext>
            </a:extLst>
          </p:cNvPr>
          <p:cNvSpPr/>
          <p:nvPr/>
        </p:nvSpPr>
        <p:spPr>
          <a:xfrm>
            <a:off x="3600000" y="7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unit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system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8C272F1D-0943-EA4F-B3BC-DFD50119FF5D}"/>
              </a:ext>
            </a:extLst>
          </p:cNvPr>
          <p:cNvSpPr/>
          <p:nvPr/>
        </p:nvSpPr>
        <p:spPr>
          <a:xfrm>
            <a:off x="3420000" y="8819471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spherical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harmonics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ED416529-2872-5649-B633-E697597FEB2F}"/>
              </a:ext>
            </a:extLst>
          </p:cNvPr>
          <p:cNvSpPr/>
          <p:nvPr/>
        </p:nvSpPr>
        <p:spPr>
          <a:xfrm>
            <a:off x="9000000" y="504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sigma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config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319C125B-8235-DE4E-AE09-7328BA338C9B}"/>
              </a:ext>
            </a:extLst>
          </p:cNvPr>
          <p:cNvSpPr>
            <a:spLocks noChangeAspect="1"/>
          </p:cNvSpPr>
          <p:nvPr/>
        </p:nvSpPr>
        <p:spPr>
          <a:xfrm>
            <a:off x="540000" y="66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simple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math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7AA22E22-D2C1-B741-9651-BD61435B5C73}"/>
              </a:ext>
            </a:extLst>
          </p:cNvPr>
          <p:cNvSpPr/>
          <p:nvPr/>
        </p:nvSpPr>
        <p:spPr>
          <a:xfrm>
            <a:off x="540000" y="738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simple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timer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BE0BE30A-E4BF-3343-81C0-5762FE818E1A}"/>
              </a:ext>
            </a:extLst>
          </p:cNvPr>
          <p:cNvSpPr/>
          <p:nvPr/>
        </p:nvSpPr>
        <p:spPr>
          <a:xfrm>
            <a:off x="3599999" y="36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sho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unitary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48A5A8C6-D27C-7845-8D73-D551E4D936AE}"/>
              </a:ext>
            </a:extLst>
          </p:cNvPr>
          <p:cNvSpPr/>
          <p:nvPr/>
        </p:nvSpPr>
        <p:spPr>
          <a:xfrm>
            <a:off x="13830829" y="3646799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debug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output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D99C8058-1E01-8049-A6B5-2C1D4B204798}"/>
              </a:ext>
            </a:extLst>
          </p:cNvPr>
          <p:cNvSpPr/>
          <p:nvPr/>
        </p:nvSpPr>
        <p:spPr>
          <a:xfrm>
            <a:off x="13830829" y="489213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debug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tools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B329DC1F-A4D4-5146-8CF7-B2ADF5E81ED5}"/>
              </a:ext>
            </a:extLst>
          </p:cNvPr>
          <p:cNvCxnSpPr>
            <a:cxnSpLocks/>
          </p:cNvCxnSpPr>
          <p:nvPr/>
        </p:nvCxnSpPr>
        <p:spPr>
          <a:xfrm>
            <a:off x="10945940" y="7034570"/>
            <a:ext cx="407276" cy="3022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FC347B98-7402-7F40-9733-A0912DA7C3C1}"/>
              </a:ext>
            </a:extLst>
          </p:cNvPr>
          <p:cNvSpPr txBox="1"/>
          <p:nvPr/>
        </p:nvSpPr>
        <p:spPr>
          <a:xfrm>
            <a:off x="11402876" y="6910655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direction</a:t>
            </a:r>
            <a:endParaRPr lang="de-DE" sz="1200" dirty="0">
              <a:latin typeface="Courier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6D829-317B-F3D8-B51B-1FF0276A99F3}"/>
              </a:ext>
            </a:extLst>
          </p:cNvPr>
          <p:cNvSpPr txBox="1"/>
          <p:nvPr/>
        </p:nvSpPr>
        <p:spPr>
          <a:xfrm>
            <a:off x="380115" y="260967"/>
            <a:ext cx="9204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AngstromCube/libliveatom	DataFlow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E87A59E-1D64-3F63-9A6C-ABB405326E10}"/>
              </a:ext>
            </a:extLst>
          </p:cNvPr>
          <p:cNvSpPr/>
          <p:nvPr/>
        </p:nvSpPr>
        <p:spPr>
          <a:xfrm>
            <a:off x="540000" y="881775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pawxml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import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458" name="Rounded Rectangle 457">
            <a:extLst>
              <a:ext uri="{FF2B5EF4-FFF2-40B4-BE49-F238E27FC236}">
                <a16:creationId xmlns:a16="http://schemas.microsoft.com/office/drawing/2014/main" id="{6CAC0C25-A567-906B-DCF5-B53A1EB1D89B}"/>
              </a:ext>
            </a:extLst>
          </p:cNvPr>
          <p:cNvSpPr/>
          <p:nvPr/>
        </p:nvSpPr>
        <p:spPr>
          <a:xfrm>
            <a:off x="5400000" y="7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display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units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pic>
        <p:nvPicPr>
          <p:cNvPr id="460" name="Picture 459">
            <a:extLst>
              <a:ext uri="{FF2B5EF4-FFF2-40B4-BE49-F238E27FC236}">
                <a16:creationId xmlns:a16="http://schemas.microsoft.com/office/drawing/2014/main" id="{3CD40027-372C-3469-066A-448F4E10DC8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80116" y="3463600"/>
            <a:ext cx="812800" cy="812800"/>
          </a:xfrm>
          <a:prstGeom prst="rect">
            <a:avLst/>
          </a:prstGeom>
        </p:spPr>
      </p:pic>
      <p:cxnSp>
        <p:nvCxnSpPr>
          <p:cNvPr id="461" name="Elbow Connector 460">
            <a:extLst>
              <a:ext uri="{FF2B5EF4-FFF2-40B4-BE49-F238E27FC236}">
                <a16:creationId xmlns:a16="http://schemas.microsoft.com/office/drawing/2014/main" id="{4F94299A-C5C6-E4CA-9476-70B40059D2F3}"/>
              </a:ext>
            </a:extLst>
          </p:cNvPr>
          <p:cNvCxnSpPr>
            <a:cxnSpLocks/>
            <a:stCxn id="460" idx="3"/>
            <a:endCxn id="168" idx="1"/>
          </p:cNvCxnSpPr>
          <p:nvPr/>
        </p:nvCxnSpPr>
        <p:spPr>
          <a:xfrm>
            <a:off x="1192916" y="3870000"/>
            <a:ext cx="2407083" cy="12700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Elbow Connector 465">
            <a:extLst>
              <a:ext uri="{FF2B5EF4-FFF2-40B4-BE49-F238E27FC236}">
                <a16:creationId xmlns:a16="http://schemas.microsoft.com/office/drawing/2014/main" id="{AC5264D5-2058-5ACF-2761-9AEB7015291D}"/>
              </a:ext>
            </a:extLst>
          </p:cNvPr>
          <p:cNvCxnSpPr>
            <a:cxnSpLocks/>
            <a:stCxn id="40" idx="1"/>
            <a:endCxn id="64" idx="0"/>
          </p:cNvCxnSpPr>
          <p:nvPr/>
        </p:nvCxnSpPr>
        <p:spPr>
          <a:xfrm rot="10800000" flipV="1">
            <a:off x="6029998" y="3150000"/>
            <a:ext cx="1170002" cy="450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Elbow Connector 471">
            <a:extLst>
              <a:ext uri="{FF2B5EF4-FFF2-40B4-BE49-F238E27FC236}">
                <a16:creationId xmlns:a16="http://schemas.microsoft.com/office/drawing/2014/main" id="{CA0539CC-0377-612C-7824-DCA3D13530C6}"/>
              </a:ext>
            </a:extLst>
          </p:cNvPr>
          <p:cNvCxnSpPr>
            <a:cxnSpLocks/>
            <a:stCxn id="22" idx="1"/>
            <a:endCxn id="28" idx="3"/>
          </p:cNvCxnSpPr>
          <p:nvPr/>
        </p:nvCxnSpPr>
        <p:spPr>
          <a:xfrm rot="10800000">
            <a:off x="4860000" y="5310000"/>
            <a:ext cx="540000" cy="12700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TextBox 480">
            <a:extLst>
              <a:ext uri="{FF2B5EF4-FFF2-40B4-BE49-F238E27FC236}">
                <a16:creationId xmlns:a16="http://schemas.microsoft.com/office/drawing/2014/main" id="{A670F12E-BAF3-DB3B-4770-FC3B4969A7A1}"/>
              </a:ext>
            </a:extLst>
          </p:cNvPr>
          <p:cNvSpPr txBox="1"/>
          <p:nvPr/>
        </p:nvSpPr>
        <p:spPr>
          <a:xfrm>
            <a:off x="1359222" y="3639800"/>
            <a:ext cx="2044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sho_unitary.dat</a:t>
            </a:r>
            <a:endParaRPr lang="de-DE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9" name="Elbow Connector 488">
            <a:extLst>
              <a:ext uri="{FF2B5EF4-FFF2-40B4-BE49-F238E27FC236}">
                <a16:creationId xmlns:a16="http://schemas.microsoft.com/office/drawing/2014/main" id="{F7D5B22F-3D62-457C-FCFB-CADE06DC7E3E}"/>
              </a:ext>
            </a:extLst>
          </p:cNvPr>
          <p:cNvCxnSpPr>
            <a:cxnSpLocks/>
            <a:stCxn id="160" idx="1"/>
            <a:endCxn id="22" idx="3"/>
          </p:cNvCxnSpPr>
          <p:nvPr/>
        </p:nvCxnSpPr>
        <p:spPr>
          <a:xfrm rot="10800000">
            <a:off x="6660000" y="5310000"/>
            <a:ext cx="2340000" cy="12700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Oval 494">
            <a:extLst>
              <a:ext uri="{FF2B5EF4-FFF2-40B4-BE49-F238E27FC236}">
                <a16:creationId xmlns:a16="http://schemas.microsoft.com/office/drawing/2014/main" id="{F10E55AA-7096-381C-5F16-2D0074372730}"/>
              </a:ext>
            </a:extLst>
          </p:cNvPr>
          <p:cNvSpPr/>
          <p:nvPr/>
        </p:nvSpPr>
        <p:spPr>
          <a:xfrm>
            <a:off x="4949999" y="6717458"/>
            <a:ext cx="2160000" cy="14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C  interface</a:t>
            </a:r>
            <a:br>
              <a:rPr lang="en-DE" dirty="0"/>
            </a:br>
            <a:r>
              <a:rPr lang="en-DE" dirty="0">
                <a:latin typeface="Courier New" panose="02070309020205020404" pitchFamily="49" charset="0"/>
                <a:cs typeface="Courier New" panose="02070309020205020404" pitchFamily="49" charset="0"/>
              </a:rPr>
              <a:t>single_</a:t>
            </a:r>
            <a:br>
              <a:rPr lang="en-D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DE" dirty="0">
                <a:latin typeface="Courier New" panose="02070309020205020404" pitchFamily="49" charset="0"/>
                <a:cs typeface="Courier New" panose="02070309020205020404" pitchFamily="49" charset="0"/>
              </a:rPr>
              <a:t>atom.h</a:t>
            </a:r>
          </a:p>
        </p:txBody>
      </p:sp>
      <p:cxnSp>
        <p:nvCxnSpPr>
          <p:cNvPr id="496" name="Elbow Connector 495">
            <a:extLst>
              <a:ext uri="{FF2B5EF4-FFF2-40B4-BE49-F238E27FC236}">
                <a16:creationId xmlns:a16="http://schemas.microsoft.com/office/drawing/2014/main" id="{EA1EDD7C-14F4-B447-E475-7B0FF8C9EA42}"/>
              </a:ext>
            </a:extLst>
          </p:cNvPr>
          <p:cNvCxnSpPr>
            <a:cxnSpLocks/>
            <a:stCxn id="22" idx="2"/>
            <a:endCxn id="495" idx="0"/>
          </p:cNvCxnSpPr>
          <p:nvPr/>
        </p:nvCxnSpPr>
        <p:spPr>
          <a:xfrm rot="5400000">
            <a:off x="5461271" y="6148729"/>
            <a:ext cx="1137458" cy="1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Elbow Connector 499">
            <a:extLst>
              <a:ext uri="{FF2B5EF4-FFF2-40B4-BE49-F238E27FC236}">
                <a16:creationId xmlns:a16="http://schemas.microsoft.com/office/drawing/2014/main" id="{A4C7E745-775B-EBFE-1AC8-4D6B3B24D52E}"/>
              </a:ext>
            </a:extLst>
          </p:cNvPr>
          <p:cNvCxnSpPr>
            <a:cxnSpLocks/>
            <a:stCxn id="38" idx="1"/>
            <a:endCxn id="160" idx="3"/>
          </p:cNvCxnSpPr>
          <p:nvPr/>
        </p:nvCxnSpPr>
        <p:spPr>
          <a:xfrm rot="10800000">
            <a:off x="10260000" y="5310000"/>
            <a:ext cx="540000" cy="12700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9C843EA-3360-53F3-9786-5F864F8BA8F6}"/>
              </a:ext>
            </a:extLst>
          </p:cNvPr>
          <p:cNvSpPr/>
          <p:nvPr/>
        </p:nvSpPr>
        <p:spPr>
          <a:xfrm>
            <a:off x="5399998" y="36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pseudo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tools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BC288B-AF16-A59E-B467-C817282D7623}"/>
              </a:ext>
            </a:extLst>
          </p:cNvPr>
          <p:cNvSpPr txBox="1"/>
          <p:nvPr/>
        </p:nvSpPr>
        <p:spPr>
          <a:xfrm>
            <a:off x="547408" y="5996734"/>
            <a:ext cx="545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endParaRPr lang="de-DE" sz="1200" dirty="0">
              <a:latin typeface="Courier" pitchFamily="2" charset="0"/>
              <a:cs typeface="Arial" panose="020B0604020202020204" pitchFamily="34" charset="0"/>
            </a:endParaRP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90F71C3F-25B7-3BC9-AE17-DDD07BD4BA57}"/>
              </a:ext>
            </a:extLst>
          </p:cNvPr>
          <p:cNvCxnSpPr>
            <a:cxnSpLocks/>
            <a:stCxn id="36" idx="0"/>
            <a:endCxn id="40" idx="2"/>
          </p:cNvCxnSpPr>
          <p:nvPr/>
        </p:nvCxnSpPr>
        <p:spPr>
          <a:xfrm rot="5400000" flipH="1" flipV="1">
            <a:off x="7740000" y="3510000"/>
            <a:ext cx="180000" cy="12700"/>
          </a:xfrm>
          <a:prstGeom prst="bentConnector3">
            <a:avLst>
              <a:gd name="adj1" fmla="val 50000"/>
            </a:avLst>
          </a:prstGeom>
          <a:ln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C3A38009-750B-7C44-03A6-1E81136D49CB}"/>
              </a:ext>
            </a:extLst>
          </p:cNvPr>
          <p:cNvCxnSpPr>
            <a:cxnSpLocks/>
            <a:stCxn id="40" idx="3"/>
            <a:endCxn id="41" idx="2"/>
          </p:cNvCxnSpPr>
          <p:nvPr/>
        </p:nvCxnSpPr>
        <p:spPr>
          <a:xfrm flipV="1">
            <a:off x="8460000" y="2700000"/>
            <a:ext cx="1170000" cy="450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9AB9E9B0-D0E8-75DC-9AD6-7689DA6F0982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 rot="16200000" flipH="1">
            <a:off x="4139999" y="4949999"/>
            <a:ext cx="180000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9F078242-4C27-559D-9A15-52F2291A3FB7}"/>
              </a:ext>
            </a:extLst>
          </p:cNvPr>
          <p:cNvCxnSpPr>
            <a:cxnSpLocks/>
            <a:stCxn id="47" idx="3"/>
            <a:endCxn id="28" idx="1"/>
          </p:cNvCxnSpPr>
          <p:nvPr/>
        </p:nvCxnSpPr>
        <p:spPr>
          <a:xfrm>
            <a:off x="3060000" y="5310000"/>
            <a:ext cx="540000" cy="12700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732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32995-3545-7C37-9BBE-FEBE91F3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1B0E0B42-9C5D-4B08-C510-5097682003E0}"/>
              </a:ext>
            </a:extLst>
          </p:cNvPr>
          <p:cNvSpPr/>
          <p:nvPr/>
        </p:nvSpPr>
        <p:spPr>
          <a:xfrm>
            <a:off x="-3722899" y="1588323"/>
            <a:ext cx="3614036" cy="7516119"/>
          </a:xfrm>
          <a:prstGeom prst="rect">
            <a:avLst/>
          </a:prstGeom>
          <a:solidFill>
            <a:srgbClr val="FFC000">
              <a:alpha val="1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de-DE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Uitlities</a:t>
            </a:r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8CD6D-D362-6D0F-EFDA-2A6861CDD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305" y="250508"/>
            <a:ext cx="1320800" cy="132080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ED8D8AD-94F1-D0B6-F2B0-AE218B15D5A3}"/>
              </a:ext>
            </a:extLst>
          </p:cNvPr>
          <p:cNvSpPr/>
          <p:nvPr/>
        </p:nvSpPr>
        <p:spPr>
          <a:xfrm>
            <a:off x="10800000" y="34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geometry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analysis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B79C79-CF3C-C5FC-760D-92AA69699172}"/>
              </a:ext>
            </a:extLst>
          </p:cNvPr>
          <p:cNvSpPr/>
          <p:nvPr/>
        </p:nvSpPr>
        <p:spPr>
          <a:xfrm>
            <a:off x="4140000" y="52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potential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generator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2DC75D-DCB5-AC28-CB8E-52FB093ED3E6}"/>
              </a:ext>
            </a:extLst>
          </p:cNvPr>
          <p:cNvGrpSpPr/>
          <p:nvPr/>
        </p:nvGrpSpPr>
        <p:grpSpPr>
          <a:xfrm>
            <a:off x="11012850" y="2269495"/>
            <a:ext cx="1760553" cy="812800"/>
            <a:chOff x="1186778" y="672706"/>
            <a:chExt cx="1760553" cy="8128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FD1F6EA-BCCB-B1B7-BE3F-C1526E670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tretch>
              <a:fillRect/>
            </a:stretch>
          </p:blipFill>
          <p:spPr>
            <a:xfrm>
              <a:off x="1186778" y="672706"/>
              <a:ext cx="812800" cy="812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D9F709-AE85-DCA1-FD7C-A2DE33CABEEB}"/>
                </a:ext>
              </a:extLst>
            </p:cNvPr>
            <p:cNvSpPr txBox="1"/>
            <p:nvPr/>
          </p:nvSpPr>
          <p:spPr>
            <a:xfrm>
              <a:off x="1902108" y="910908"/>
              <a:ext cx="10452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 err="1"/>
                <a:t>geometry.file</a:t>
              </a:r>
              <a:endParaRPr lang="de-DE" sz="1200" dirty="0"/>
            </a:p>
            <a:p>
              <a:r>
                <a:rPr lang="de-DE" sz="1200" dirty="0" err="1">
                  <a:latin typeface="Courier" pitchFamily="2" charset="0"/>
                </a:rPr>
                <a:t>atoms.xyz</a:t>
              </a:r>
              <a:endParaRPr lang="de-DE" sz="1200" dirty="0">
                <a:latin typeface="Courier" pitchFamily="2" charset="0"/>
              </a:endParaRPr>
            </a:p>
          </p:txBody>
        </p:sp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4FA8344-2B92-CBF1-C2A4-C91EBDBAB8AF}"/>
              </a:ext>
            </a:extLst>
          </p:cNvPr>
          <p:cNvSpPr/>
          <p:nvPr/>
        </p:nvSpPr>
        <p:spPr>
          <a:xfrm>
            <a:off x="2520000" y="61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fourier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poisson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3C70DAA-9EEC-9413-D349-003CB57A8E05}"/>
              </a:ext>
            </a:extLst>
          </p:cNvPr>
          <p:cNvSpPr/>
          <p:nvPr/>
        </p:nvSpPr>
        <p:spPr>
          <a:xfrm>
            <a:off x="2520000" y="18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single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atom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5E8C79F-CA10-40C9-629A-77655B54EB57}"/>
              </a:ext>
            </a:extLst>
          </p:cNvPr>
          <p:cNvSpPr/>
          <p:nvPr/>
        </p:nvSpPr>
        <p:spPr>
          <a:xfrm>
            <a:off x="2520000" y="72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finite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difference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605502C-3DD1-F8F7-ECAA-A45ECEB5E366}"/>
              </a:ext>
            </a:extLst>
          </p:cNvPr>
          <p:cNvSpPr/>
          <p:nvPr/>
        </p:nvSpPr>
        <p:spPr>
          <a:xfrm>
            <a:off x="2520000" y="81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real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space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17A28A7-9B5F-FE98-2C2C-6692F913BDDA}"/>
              </a:ext>
            </a:extLst>
          </p:cNvPr>
          <p:cNvSpPr/>
          <p:nvPr/>
        </p:nvSpPr>
        <p:spPr>
          <a:xfrm>
            <a:off x="7380000" y="72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davidson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solver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D459174-F3A1-F2BB-149C-F305442FC98E}"/>
              </a:ext>
            </a:extLst>
          </p:cNvPr>
          <p:cNvSpPr/>
          <p:nvPr/>
        </p:nvSpPr>
        <p:spPr>
          <a:xfrm>
            <a:off x="7380000" y="81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linear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algebra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E74B044-7F49-A572-2980-77B62C68B71A}"/>
              </a:ext>
            </a:extLst>
          </p:cNvPr>
          <p:cNvSpPr/>
          <p:nvPr/>
        </p:nvSpPr>
        <p:spPr>
          <a:xfrm>
            <a:off x="5220000" y="43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exchange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correlation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1673577-F24A-6B42-D322-207C8F811D0A}"/>
              </a:ext>
            </a:extLst>
          </p:cNvPr>
          <p:cNvSpPr/>
          <p:nvPr/>
        </p:nvSpPr>
        <p:spPr>
          <a:xfrm>
            <a:off x="900000" y="72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boundary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condition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D3CDC54-6A77-F01D-366F-5D3DD1B00EE5}"/>
              </a:ext>
            </a:extLst>
          </p:cNvPr>
          <p:cNvSpPr/>
          <p:nvPr/>
        </p:nvSpPr>
        <p:spPr>
          <a:xfrm>
            <a:off x="5760000" y="90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hermite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polynomial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C8C83FB-529E-3FCB-51E9-446FD5E875EF}"/>
              </a:ext>
            </a:extLst>
          </p:cNvPr>
          <p:cNvSpPr/>
          <p:nvPr/>
        </p:nvSpPr>
        <p:spPr>
          <a:xfrm>
            <a:off x="10800000" y="43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chemical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symbol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FF40AAB-CFC1-DCC5-00E5-BE9A13BF2EF6}"/>
              </a:ext>
            </a:extLst>
          </p:cNvPr>
          <p:cNvGrpSpPr/>
          <p:nvPr/>
        </p:nvGrpSpPr>
        <p:grpSpPr>
          <a:xfrm>
            <a:off x="6840000" y="900000"/>
            <a:ext cx="3007556" cy="540000"/>
            <a:chOff x="6228961" y="850855"/>
            <a:chExt cx="3007556" cy="54000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E96B2AD-C4D8-CE30-8636-305B65C1D124}"/>
                </a:ext>
              </a:extLst>
            </p:cNvPr>
            <p:cNvSpPr/>
            <p:nvPr/>
          </p:nvSpPr>
          <p:spPr>
            <a:xfrm>
              <a:off x="6228961" y="850855"/>
              <a:ext cx="1260000" cy="54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control</a:t>
              </a:r>
              <a:endParaRPr lang="de-DE" sz="1200" dirty="0">
                <a:solidFill>
                  <a:schemeClr val="tx1"/>
                </a:solidFill>
                <a:latin typeface="Courier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6DEC4FA-C428-6DC4-973B-A19FC38AF65A}"/>
                </a:ext>
              </a:extLst>
            </p:cNvPr>
            <p:cNvSpPr txBox="1"/>
            <p:nvPr/>
          </p:nvSpPr>
          <p:spPr>
            <a:xfrm>
              <a:off x="7722961" y="886855"/>
              <a:ext cx="15135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command</a:t>
              </a:r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endParaRPr lang="de-DE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3822741-7A80-3F78-A6A1-07BDA59C5D4A}"/>
              </a:ext>
            </a:extLst>
          </p:cNvPr>
          <p:cNvSpPr/>
          <p:nvPr/>
        </p:nvSpPr>
        <p:spPr>
          <a:xfrm>
            <a:off x="4140000" y="90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sho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projection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6B22DD2-C834-355E-6B48-0416E8C60F6B}"/>
              </a:ext>
            </a:extLst>
          </p:cNvPr>
          <p:cNvSpPr/>
          <p:nvPr/>
        </p:nvSpPr>
        <p:spPr>
          <a:xfrm>
            <a:off x="-1631310" y="833214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xml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reading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78C7411-F48B-0DB8-116F-E88CDBFBF84A}"/>
              </a:ext>
            </a:extLst>
          </p:cNvPr>
          <p:cNvSpPr/>
          <p:nvPr/>
        </p:nvSpPr>
        <p:spPr>
          <a:xfrm>
            <a:off x="4140000" y="72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grid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operators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073D319B-B7E0-F065-8F3F-4D009FD79D39}"/>
              </a:ext>
            </a:extLst>
          </p:cNvPr>
          <p:cNvCxnSpPr>
            <a:cxnSpLocks/>
            <a:stCxn id="27" idx="0"/>
            <a:endCxn id="26" idx="2"/>
          </p:cNvCxnSpPr>
          <p:nvPr/>
        </p:nvCxnSpPr>
        <p:spPr>
          <a:xfrm rot="5400000" flipH="1" flipV="1">
            <a:off x="2970000" y="792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7BAC6956-9720-3ECB-C357-99B69407B4EC}"/>
              </a:ext>
            </a:extLst>
          </p:cNvPr>
          <p:cNvCxnSpPr>
            <a:cxnSpLocks/>
            <a:stCxn id="31" idx="0"/>
            <a:endCxn id="29" idx="2"/>
          </p:cNvCxnSpPr>
          <p:nvPr/>
        </p:nvCxnSpPr>
        <p:spPr>
          <a:xfrm rot="5400000" flipH="1" flipV="1">
            <a:off x="7830000" y="792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6CEB3BF1-A274-DF61-8396-62FA8C6D1CF2}"/>
              </a:ext>
            </a:extLst>
          </p:cNvPr>
          <p:cNvCxnSpPr>
            <a:cxnSpLocks/>
            <a:stCxn id="53" idx="3"/>
            <a:endCxn id="67" idx="1"/>
          </p:cNvCxnSpPr>
          <p:nvPr/>
        </p:nvCxnSpPr>
        <p:spPr>
          <a:xfrm>
            <a:off x="5400000" y="747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F5A4D66B-222D-DD66-5F50-F107FB1CB3A2}"/>
              </a:ext>
            </a:extLst>
          </p:cNvPr>
          <p:cNvCxnSpPr>
            <a:cxnSpLocks/>
            <a:stCxn id="37" idx="3"/>
            <a:endCxn id="26" idx="1"/>
          </p:cNvCxnSpPr>
          <p:nvPr/>
        </p:nvCxnSpPr>
        <p:spPr>
          <a:xfrm>
            <a:off x="2160000" y="747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420CCCD7-3F6B-79B5-26BF-9997D3086A4A}"/>
              </a:ext>
            </a:extLst>
          </p:cNvPr>
          <p:cNvCxnSpPr>
            <a:cxnSpLocks/>
            <a:stCxn id="26" idx="3"/>
            <a:endCxn id="53" idx="1"/>
          </p:cNvCxnSpPr>
          <p:nvPr/>
        </p:nvCxnSpPr>
        <p:spPr>
          <a:xfrm>
            <a:off x="3780000" y="747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EC55B929-308E-C3AA-6342-D03D5D8D53ED}"/>
              </a:ext>
            </a:extLst>
          </p:cNvPr>
          <p:cNvCxnSpPr>
            <a:cxnSpLocks/>
            <a:stCxn id="21" idx="0"/>
            <a:endCxn id="115" idx="2"/>
          </p:cNvCxnSpPr>
          <p:nvPr/>
        </p:nvCxnSpPr>
        <p:spPr>
          <a:xfrm rot="5400000" flipH="1" flipV="1">
            <a:off x="2970000" y="594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ED2DD0F2-E1B7-202E-FAB2-8F4A7559F97E}"/>
              </a:ext>
            </a:extLst>
          </p:cNvPr>
          <p:cNvCxnSpPr>
            <a:cxnSpLocks/>
            <a:stCxn id="14" idx="1"/>
            <a:endCxn id="7" idx="3"/>
          </p:cNvCxnSpPr>
          <p:nvPr/>
        </p:nvCxnSpPr>
        <p:spPr>
          <a:xfrm rot="10800000" flipV="1">
            <a:off x="10146322" y="2675895"/>
            <a:ext cx="866528" cy="683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B765D618-77AE-73AA-2D1C-91ED9A703640}"/>
              </a:ext>
            </a:extLst>
          </p:cNvPr>
          <p:cNvCxnSpPr>
            <a:cxnSpLocks/>
            <a:stCxn id="39" idx="0"/>
            <a:endCxn id="11" idx="2"/>
          </p:cNvCxnSpPr>
          <p:nvPr/>
        </p:nvCxnSpPr>
        <p:spPr>
          <a:xfrm rot="5400000" flipH="1" flipV="1">
            <a:off x="11250000" y="414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598A7B73-6300-20B9-DC2D-72E9BD9CF25D}"/>
              </a:ext>
            </a:extLst>
          </p:cNvPr>
          <p:cNvCxnSpPr>
            <a:cxnSpLocks/>
            <a:stCxn id="38" idx="1"/>
            <a:endCxn id="49" idx="3"/>
          </p:cNvCxnSpPr>
          <p:nvPr/>
        </p:nvCxnSpPr>
        <p:spPr>
          <a:xfrm rot="10800000">
            <a:off x="5400000" y="927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5125374F-01AB-C574-804C-1CBE5799BE42}"/>
              </a:ext>
            </a:extLst>
          </p:cNvPr>
          <p:cNvCxnSpPr>
            <a:cxnSpLocks/>
            <a:stCxn id="49" idx="0"/>
            <a:endCxn id="53" idx="2"/>
          </p:cNvCxnSpPr>
          <p:nvPr/>
        </p:nvCxnSpPr>
        <p:spPr>
          <a:xfrm rot="5400000" flipH="1" flipV="1">
            <a:off x="4140000" y="8370000"/>
            <a:ext cx="12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A704C870-918E-C374-EE09-C7516CF04355}"/>
              </a:ext>
            </a:extLst>
          </p:cNvPr>
          <p:cNvCxnSpPr>
            <a:cxnSpLocks/>
            <a:stCxn id="22" idx="3"/>
            <a:endCxn id="144" idx="0"/>
          </p:cNvCxnSpPr>
          <p:nvPr/>
        </p:nvCxnSpPr>
        <p:spPr>
          <a:xfrm>
            <a:off x="3780000" y="2070000"/>
            <a:ext cx="990000" cy="990000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EEB0CAFC-C14D-16B9-D7E0-F55FB56C2582}"/>
              </a:ext>
            </a:extLst>
          </p:cNvPr>
          <p:cNvCxnSpPr>
            <a:cxnSpLocks/>
            <a:stCxn id="12" idx="2"/>
            <a:endCxn id="53" idx="0"/>
          </p:cNvCxnSpPr>
          <p:nvPr/>
        </p:nvCxnSpPr>
        <p:spPr>
          <a:xfrm rot="5400000">
            <a:off x="4050000" y="6480000"/>
            <a:ext cx="1440000" cy="127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C92F2D7-6B02-76CC-58EB-8384FAB835D3}"/>
              </a:ext>
            </a:extLst>
          </p:cNvPr>
          <p:cNvSpPr/>
          <p:nvPr/>
        </p:nvSpPr>
        <p:spPr>
          <a:xfrm>
            <a:off x="5760000" y="72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conjugate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gradients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523FE2B-B257-30FB-9A7D-07056729C0E6}"/>
              </a:ext>
            </a:extLst>
          </p:cNvPr>
          <p:cNvGrpSpPr/>
          <p:nvPr/>
        </p:nvGrpSpPr>
        <p:grpSpPr>
          <a:xfrm>
            <a:off x="13345027" y="5767225"/>
            <a:ext cx="2252581" cy="3225236"/>
            <a:chOff x="13507259" y="4557951"/>
            <a:chExt cx="2252581" cy="3225236"/>
          </a:xfrm>
        </p:grpSpPr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84955E90-33F7-D377-D461-05A0CE3C7DF9}"/>
                </a:ext>
              </a:extLst>
            </p:cNvPr>
            <p:cNvSpPr/>
            <p:nvPr/>
          </p:nvSpPr>
          <p:spPr>
            <a:xfrm>
              <a:off x="14003550" y="5900569"/>
              <a:ext cx="1260000" cy="54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sho</a:t>
              </a:r>
              <a:r>
                <a:rPr lang="de-DE" sz="1200" dirty="0">
                  <a:solidFill>
                    <a:schemeClr val="tx1"/>
                  </a:solidFill>
                  <a:latin typeface="Courier" pitchFamily="2" charset="0"/>
                </a:rPr>
                <a:t> potential</a:t>
              </a:r>
            </a:p>
          </p:txBody>
        </p:sp>
        <p:sp>
          <p:nvSpPr>
            <p:cNvPr id="155" name="Rounded Rectangle 154">
              <a:extLst>
                <a:ext uri="{FF2B5EF4-FFF2-40B4-BE49-F238E27FC236}">
                  <a16:creationId xmlns:a16="http://schemas.microsoft.com/office/drawing/2014/main" id="{AD5C285D-6F29-D0E3-ECC8-EE845C63A0CB}"/>
                </a:ext>
              </a:extLst>
            </p:cNvPr>
            <p:cNvSpPr/>
            <p:nvPr/>
          </p:nvSpPr>
          <p:spPr>
            <a:xfrm>
              <a:off x="14003550" y="5147205"/>
              <a:ext cx="1260000" cy="54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sho</a:t>
              </a:r>
              <a:br>
                <a:rPr lang="de-DE" sz="1200" dirty="0">
                  <a:solidFill>
                    <a:schemeClr val="tx1"/>
                  </a:solidFill>
                  <a:latin typeface="Courier" pitchFamily="2" charset="0"/>
                </a:rPr>
              </a:br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overlap</a:t>
              </a:r>
              <a:endParaRPr lang="de-DE" sz="1200" dirty="0">
                <a:solidFill>
                  <a:schemeClr val="tx1"/>
                </a:solidFill>
                <a:latin typeface="Courier" pitchFamily="2" charset="0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747E4D18-A3BC-A147-548A-03F87933351D}"/>
                </a:ext>
              </a:extLst>
            </p:cNvPr>
            <p:cNvSpPr/>
            <p:nvPr/>
          </p:nvSpPr>
          <p:spPr>
            <a:xfrm>
              <a:off x="13507259" y="4557951"/>
              <a:ext cx="2252581" cy="3225236"/>
            </a:xfrm>
            <a:prstGeom prst="rect">
              <a:avLst/>
            </a:prstGeom>
            <a:solidFill>
              <a:srgbClr val="FFC000">
                <a:alpha val="10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SHO-</a:t>
              </a:r>
              <a:r>
                <a:rPr lang="de-DE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</a:t>
              </a:r>
              <a:r>
                <a:rPr lang="de-DE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-a-basis</a:t>
              </a: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596C608B-FBE7-6DAE-F413-CCE58003508D}"/>
                </a:ext>
              </a:extLst>
            </p:cNvPr>
            <p:cNvSpPr/>
            <p:nvPr/>
          </p:nvSpPr>
          <p:spPr>
            <a:xfrm>
              <a:off x="14003550" y="6653933"/>
              <a:ext cx="1260000" cy="54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sho</a:t>
              </a:r>
              <a:br>
                <a:rPr lang="de-DE" sz="1200" dirty="0">
                  <a:solidFill>
                    <a:schemeClr val="tx1"/>
                  </a:solidFill>
                  <a:latin typeface="Courier" pitchFamily="2" charset="0"/>
                </a:rPr>
              </a:br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hamiltonian</a:t>
              </a:r>
              <a:endParaRPr lang="de-DE" sz="1200" dirty="0">
                <a:solidFill>
                  <a:schemeClr val="tx1"/>
                </a:solidFill>
                <a:latin typeface="Courier" pitchFamily="2" charset="0"/>
              </a:endParaRPr>
            </a:p>
          </p:txBody>
        </p:sp>
      </p:grp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C9031BBA-32EF-7B57-9EAD-86E57603B5AB}"/>
              </a:ext>
            </a:extLst>
          </p:cNvPr>
          <p:cNvSpPr/>
          <p:nvPr/>
        </p:nvSpPr>
        <p:spPr>
          <a:xfrm>
            <a:off x="-1931549" y="203724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vector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math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AED1577D-5787-6923-B754-1CE02508AAA7}"/>
              </a:ext>
            </a:extLst>
          </p:cNvPr>
          <p:cNvSpPr/>
          <p:nvPr/>
        </p:nvSpPr>
        <p:spPr>
          <a:xfrm>
            <a:off x="9000000" y="72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dense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solver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0FDC78F-B91A-5351-A1E9-A32795766E9A}"/>
              </a:ext>
            </a:extLst>
          </p:cNvPr>
          <p:cNvSpPr/>
          <p:nvPr/>
        </p:nvSpPr>
        <p:spPr>
          <a:xfrm>
            <a:off x="-3482815" y="2047417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inline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math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67793D5F-4CAA-D1B2-59D2-65F099B58DFF}"/>
              </a:ext>
            </a:extLst>
          </p:cNvPr>
          <p:cNvSpPr/>
          <p:nvPr/>
        </p:nvSpPr>
        <p:spPr>
          <a:xfrm>
            <a:off x="900000" y="90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sho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tools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DAB8092C-B00F-9423-5845-DF7741549A6D}"/>
              </a:ext>
            </a:extLst>
          </p:cNvPr>
          <p:cNvSpPr/>
          <p:nvPr/>
        </p:nvSpPr>
        <p:spPr>
          <a:xfrm>
            <a:off x="900000" y="61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fourier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transform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F7A1AFF0-EC63-6539-BA4C-B507A092FC84}"/>
              </a:ext>
            </a:extLst>
          </p:cNvPr>
          <p:cNvCxnSpPr>
            <a:cxnSpLocks/>
            <a:stCxn id="95" idx="3"/>
            <a:endCxn id="21" idx="1"/>
          </p:cNvCxnSpPr>
          <p:nvPr/>
        </p:nvCxnSpPr>
        <p:spPr>
          <a:xfrm>
            <a:off x="2160000" y="639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D0E6B33F-6299-1576-790E-96B3A9A92A21}"/>
              </a:ext>
            </a:extLst>
          </p:cNvPr>
          <p:cNvSpPr/>
          <p:nvPr/>
        </p:nvSpPr>
        <p:spPr>
          <a:xfrm>
            <a:off x="8820000" y="34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brillouin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zone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A0278CF8-5A41-D50C-B1F4-706D333AB1DE}"/>
              </a:ext>
            </a:extLst>
          </p:cNvPr>
          <p:cNvSpPr/>
          <p:nvPr/>
        </p:nvSpPr>
        <p:spPr>
          <a:xfrm>
            <a:off x="-3196915" y="754999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bessel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transform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A4A0AEB8-40DB-58A4-1F90-3D97068E3D6F}"/>
              </a:ext>
            </a:extLst>
          </p:cNvPr>
          <p:cNvSpPr/>
          <p:nvPr/>
        </p:nvSpPr>
        <p:spPr>
          <a:xfrm>
            <a:off x="-3458890" y="278271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data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view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E7942B74-39C4-73C2-6C72-4DFE188E8490}"/>
              </a:ext>
            </a:extLst>
          </p:cNvPr>
          <p:cNvSpPr/>
          <p:nvPr/>
        </p:nvSpPr>
        <p:spPr>
          <a:xfrm>
            <a:off x="-3446136" y="347824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data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list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60752663-6DF0-AA6E-B62A-5391F00ED5F8}"/>
              </a:ext>
            </a:extLst>
          </p:cNvPr>
          <p:cNvSpPr/>
          <p:nvPr/>
        </p:nvSpPr>
        <p:spPr>
          <a:xfrm>
            <a:off x="6840000" y="43209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density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generator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B55FFA8F-74DB-3355-2D8E-DFC522B945CA}"/>
              </a:ext>
            </a:extLst>
          </p:cNvPr>
          <p:cNvSpPr/>
          <p:nvPr/>
        </p:nvSpPr>
        <p:spPr>
          <a:xfrm>
            <a:off x="9000000" y="90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dense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operator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115F67A0-A9D0-AF91-5610-0469BC6799E8}"/>
              </a:ext>
            </a:extLst>
          </p:cNvPr>
          <p:cNvSpPr/>
          <p:nvPr/>
        </p:nvSpPr>
        <p:spPr>
          <a:xfrm>
            <a:off x="9000000" y="81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plane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waves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086D1670-8B0A-82FA-18DE-EA6FCCB420D8}"/>
              </a:ext>
            </a:extLst>
          </p:cNvPr>
          <p:cNvSpPr/>
          <p:nvPr/>
        </p:nvSpPr>
        <p:spPr>
          <a:xfrm>
            <a:off x="-1609268" y="7690045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json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reading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4D7A5AE0-98C6-743B-1A9E-4C7727E46503}"/>
              </a:ext>
            </a:extLst>
          </p:cNvPr>
          <p:cNvSpPr/>
          <p:nvPr/>
        </p:nvSpPr>
        <p:spPr>
          <a:xfrm>
            <a:off x="6840000" y="34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fermi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distrib‘n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1FEAFEB1-8E67-F79C-52A3-BAE6684E2CCD}"/>
              </a:ext>
            </a:extLst>
          </p:cNvPr>
          <p:cNvSpPr/>
          <p:nvPr/>
        </p:nvSpPr>
        <p:spPr>
          <a:xfrm>
            <a:off x="2520000" y="52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poisson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solver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AC1100B3-2B3B-14C5-2A4D-EA2DE49290C2}"/>
              </a:ext>
            </a:extLst>
          </p:cNvPr>
          <p:cNvSpPr/>
          <p:nvPr/>
        </p:nvSpPr>
        <p:spPr>
          <a:xfrm>
            <a:off x="900000" y="52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iterative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poisson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FAD87943-73D0-378D-EBFE-1E12C646E6A1}"/>
              </a:ext>
            </a:extLst>
          </p:cNvPr>
          <p:cNvCxnSpPr>
            <a:cxnSpLocks/>
            <a:stCxn id="116" idx="3"/>
            <a:endCxn id="115" idx="1"/>
          </p:cNvCxnSpPr>
          <p:nvPr/>
        </p:nvCxnSpPr>
        <p:spPr>
          <a:xfrm>
            <a:off x="2160000" y="549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6E961C90-4C07-B82E-2323-4EDD1BCA6904}"/>
              </a:ext>
            </a:extLst>
          </p:cNvPr>
          <p:cNvCxnSpPr>
            <a:cxnSpLocks/>
            <a:stCxn id="115" idx="3"/>
            <a:endCxn id="12" idx="1"/>
          </p:cNvCxnSpPr>
          <p:nvPr/>
        </p:nvCxnSpPr>
        <p:spPr>
          <a:xfrm>
            <a:off x="3780000" y="549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5297EE3D-3425-73F1-150D-987C0A17DF34}"/>
              </a:ext>
            </a:extLst>
          </p:cNvPr>
          <p:cNvSpPr/>
          <p:nvPr/>
        </p:nvSpPr>
        <p:spPr>
          <a:xfrm>
            <a:off x="-3217041" y="830483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global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coordinates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5FCA1139-C8F5-1380-1753-49B8EF6E8B6D}"/>
              </a:ext>
            </a:extLst>
          </p:cNvPr>
          <p:cNvSpPr/>
          <p:nvPr/>
        </p:nvSpPr>
        <p:spPr>
          <a:xfrm>
            <a:off x="-3175881" y="5428234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lossful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compression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C047D0F2-69CF-C52A-0246-17D5A3FAAE75}"/>
              </a:ext>
            </a:extLst>
          </p:cNvPr>
          <p:cNvSpPr/>
          <p:nvPr/>
        </p:nvSpPr>
        <p:spPr>
          <a:xfrm>
            <a:off x="5760000" y="81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particle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in box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05A5C3F9-8B2D-9CAA-8A3A-7030943A2A9C}"/>
              </a:ext>
            </a:extLst>
          </p:cNvPr>
          <p:cNvSpPr/>
          <p:nvPr/>
        </p:nvSpPr>
        <p:spPr>
          <a:xfrm>
            <a:off x="4140000" y="30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radial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</a:t>
            </a:r>
            <a:r>
              <a:rPr lang="de-DE" sz="1200" baseline="30000" dirty="0">
                <a:solidFill>
                  <a:schemeClr val="tx1"/>
                </a:solidFill>
                <a:latin typeface="Courier" pitchFamily="2" charset="0"/>
              </a:rPr>
              <a:t>2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grid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3DEBA5FA-E033-145A-5E9F-42CA49B45C30}"/>
              </a:ext>
            </a:extLst>
          </p:cNvPr>
          <p:cNvSpPr/>
          <p:nvPr/>
        </p:nvSpPr>
        <p:spPr>
          <a:xfrm>
            <a:off x="8460000" y="18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recorded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warnings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04F0861B-83E6-E611-DAA4-FEBA161A6439}"/>
              </a:ext>
            </a:extLst>
          </p:cNvPr>
          <p:cNvSpPr/>
          <p:nvPr/>
        </p:nvSpPr>
        <p:spPr>
          <a:xfrm>
            <a:off x="6840000" y="52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self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consistency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8685F6D3-5CB7-6D82-BDF1-6CBC2007888C}"/>
              </a:ext>
            </a:extLst>
          </p:cNvPr>
          <p:cNvSpPr/>
          <p:nvPr/>
        </p:nvSpPr>
        <p:spPr>
          <a:xfrm>
            <a:off x="8820000" y="43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structure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solver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615A4CFB-35CB-323A-0C14-B4187BB8AEDE}"/>
              </a:ext>
            </a:extLst>
          </p:cNvPr>
          <p:cNvSpPr/>
          <p:nvPr/>
        </p:nvSpPr>
        <p:spPr>
          <a:xfrm>
            <a:off x="6840000" y="18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unit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system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D917E4E8-CDB0-C0CD-676B-9D6F1C8DFD36}"/>
              </a:ext>
            </a:extLst>
          </p:cNvPr>
          <p:cNvCxnSpPr>
            <a:cxnSpLocks/>
            <a:stCxn id="86" idx="3"/>
            <a:endCxn id="49" idx="1"/>
          </p:cNvCxnSpPr>
          <p:nvPr/>
        </p:nvCxnSpPr>
        <p:spPr>
          <a:xfrm>
            <a:off x="2160000" y="9270000"/>
            <a:ext cx="198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BE7F9B92-36C7-79A5-A272-F6AA16F3F2E5}"/>
              </a:ext>
            </a:extLst>
          </p:cNvPr>
          <p:cNvSpPr/>
          <p:nvPr/>
        </p:nvSpPr>
        <p:spPr>
          <a:xfrm>
            <a:off x="-3410851" y="4197801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spherical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harmonics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8B744354-FDA2-D861-0DA9-EA0853337A0C}"/>
              </a:ext>
            </a:extLst>
          </p:cNvPr>
          <p:cNvSpPr/>
          <p:nvPr/>
        </p:nvSpPr>
        <p:spPr>
          <a:xfrm>
            <a:off x="-1912840" y="281081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simple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math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7B0D61BC-AB45-A2E2-895B-635D17305E3F}"/>
              </a:ext>
            </a:extLst>
          </p:cNvPr>
          <p:cNvSpPr/>
          <p:nvPr/>
        </p:nvSpPr>
        <p:spPr>
          <a:xfrm>
            <a:off x="-1888574" y="3530074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simple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stats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1135920F-EFA8-2DD1-3C2A-1D07ECD34E1D}"/>
              </a:ext>
            </a:extLst>
          </p:cNvPr>
          <p:cNvSpPr/>
          <p:nvPr/>
        </p:nvSpPr>
        <p:spPr>
          <a:xfrm>
            <a:off x="-1895618" y="4220467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simple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timer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042B3D19-9BAF-E514-80D2-5EDE4FA05582}"/>
              </a:ext>
            </a:extLst>
          </p:cNvPr>
          <p:cNvSpPr/>
          <p:nvPr/>
        </p:nvSpPr>
        <p:spPr>
          <a:xfrm>
            <a:off x="900000" y="43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multi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grid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8E4521F5-8F54-A4B3-AC4D-1DAC34BD6527}"/>
              </a:ext>
            </a:extLst>
          </p:cNvPr>
          <p:cNvSpPr/>
          <p:nvPr/>
        </p:nvSpPr>
        <p:spPr>
          <a:xfrm>
            <a:off x="-3212973" y="6084836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debug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output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6C8E18E8-6326-06AB-19E5-C6CEECFF75FA}"/>
              </a:ext>
            </a:extLst>
          </p:cNvPr>
          <p:cNvSpPr/>
          <p:nvPr/>
        </p:nvSpPr>
        <p:spPr>
          <a:xfrm>
            <a:off x="-1628484" y="6123888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debug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tools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56A36235-4347-97B7-6467-235DF3DE5BC4}"/>
              </a:ext>
            </a:extLst>
          </p:cNvPr>
          <p:cNvCxnSpPr>
            <a:cxnSpLocks/>
            <a:stCxn id="144" idx="2"/>
            <a:endCxn id="12" idx="0"/>
          </p:cNvCxnSpPr>
          <p:nvPr/>
        </p:nvCxnSpPr>
        <p:spPr>
          <a:xfrm rot="5400000">
            <a:off x="3960000" y="4410000"/>
            <a:ext cx="1620000" cy="127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lbow Connector 194">
            <a:extLst>
              <a:ext uri="{FF2B5EF4-FFF2-40B4-BE49-F238E27FC236}">
                <a16:creationId xmlns:a16="http://schemas.microsoft.com/office/drawing/2014/main" id="{E1B6E669-C859-E746-4C6F-508D0BD3BBC2}"/>
              </a:ext>
            </a:extLst>
          </p:cNvPr>
          <p:cNvCxnSpPr>
            <a:cxnSpLocks/>
            <a:stCxn id="113" idx="2"/>
            <a:endCxn id="108" idx="0"/>
          </p:cNvCxnSpPr>
          <p:nvPr/>
        </p:nvCxnSpPr>
        <p:spPr>
          <a:xfrm rot="5400000">
            <a:off x="7289550" y="4140450"/>
            <a:ext cx="360900" cy="127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197">
            <a:extLst>
              <a:ext uri="{FF2B5EF4-FFF2-40B4-BE49-F238E27FC236}">
                <a16:creationId xmlns:a16="http://schemas.microsoft.com/office/drawing/2014/main" id="{8A7367DF-EDB0-EE97-FB4B-1CBAB04AAF34}"/>
              </a:ext>
            </a:extLst>
          </p:cNvPr>
          <p:cNvCxnSpPr>
            <a:cxnSpLocks/>
            <a:stCxn id="148" idx="2"/>
            <a:endCxn id="146" idx="3"/>
          </p:cNvCxnSpPr>
          <p:nvPr/>
        </p:nvCxnSpPr>
        <p:spPr>
          <a:xfrm rot="5400000">
            <a:off x="8460000" y="4500000"/>
            <a:ext cx="630000" cy="1350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lbow Connector 201">
            <a:extLst>
              <a:ext uri="{FF2B5EF4-FFF2-40B4-BE49-F238E27FC236}">
                <a16:creationId xmlns:a16="http://schemas.microsoft.com/office/drawing/2014/main" id="{E37CB3E6-344D-CE06-079A-0EFEEE9F808B}"/>
              </a:ext>
            </a:extLst>
          </p:cNvPr>
          <p:cNvCxnSpPr>
            <a:cxnSpLocks/>
            <a:stCxn id="148" idx="1"/>
            <a:endCxn id="113" idx="3"/>
          </p:cNvCxnSpPr>
          <p:nvPr/>
        </p:nvCxnSpPr>
        <p:spPr>
          <a:xfrm rot="10800000">
            <a:off x="8100000" y="3690000"/>
            <a:ext cx="720000" cy="9000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Elbow Connector 206">
            <a:extLst>
              <a:ext uri="{FF2B5EF4-FFF2-40B4-BE49-F238E27FC236}">
                <a16:creationId xmlns:a16="http://schemas.microsoft.com/office/drawing/2014/main" id="{BD0E911E-D34C-1619-3E84-76E65E5C4599}"/>
              </a:ext>
            </a:extLst>
          </p:cNvPr>
          <p:cNvCxnSpPr>
            <a:cxnSpLocks/>
            <a:stCxn id="102" idx="2"/>
            <a:endCxn id="148" idx="0"/>
          </p:cNvCxnSpPr>
          <p:nvPr/>
        </p:nvCxnSpPr>
        <p:spPr>
          <a:xfrm rot="5400000">
            <a:off x="9270000" y="414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9918929B-DD51-15CD-8ECC-D6CF09E321BE}"/>
              </a:ext>
            </a:extLst>
          </p:cNvPr>
          <p:cNvCxnSpPr>
            <a:cxnSpLocks/>
            <a:stCxn id="148" idx="1"/>
            <a:endCxn id="108" idx="3"/>
          </p:cNvCxnSpPr>
          <p:nvPr/>
        </p:nvCxnSpPr>
        <p:spPr>
          <a:xfrm rot="10800000" flipV="1">
            <a:off x="8100000" y="4590000"/>
            <a:ext cx="720000" cy="9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Elbow Connector 255">
            <a:extLst>
              <a:ext uri="{FF2B5EF4-FFF2-40B4-BE49-F238E27FC236}">
                <a16:creationId xmlns:a16="http://schemas.microsoft.com/office/drawing/2014/main" id="{C4234F0D-2E6C-86C3-6809-F2C2B4ABB33A}"/>
              </a:ext>
            </a:extLst>
          </p:cNvPr>
          <p:cNvCxnSpPr>
            <a:cxnSpLocks/>
            <a:stCxn id="173" idx="2"/>
            <a:endCxn id="116" idx="0"/>
          </p:cNvCxnSpPr>
          <p:nvPr/>
        </p:nvCxnSpPr>
        <p:spPr>
          <a:xfrm rot="5400000">
            <a:off x="1350000" y="504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Elbow Connector 273">
            <a:extLst>
              <a:ext uri="{FF2B5EF4-FFF2-40B4-BE49-F238E27FC236}">
                <a16:creationId xmlns:a16="http://schemas.microsoft.com/office/drawing/2014/main" id="{DE517B3E-137A-9AAE-BD78-F6D2CB785868}"/>
              </a:ext>
            </a:extLst>
          </p:cNvPr>
          <p:cNvCxnSpPr>
            <a:cxnSpLocks/>
            <a:stCxn id="108" idx="1"/>
            <a:endCxn id="36" idx="3"/>
          </p:cNvCxnSpPr>
          <p:nvPr/>
        </p:nvCxnSpPr>
        <p:spPr>
          <a:xfrm rot="10800000">
            <a:off x="6480000" y="4590000"/>
            <a:ext cx="360000" cy="9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Elbow Connector 277">
            <a:extLst>
              <a:ext uri="{FF2B5EF4-FFF2-40B4-BE49-F238E27FC236}">
                <a16:creationId xmlns:a16="http://schemas.microsoft.com/office/drawing/2014/main" id="{3F589261-78D4-9E63-4189-0621826DC6A5}"/>
              </a:ext>
            </a:extLst>
          </p:cNvPr>
          <p:cNvCxnSpPr>
            <a:cxnSpLocks/>
            <a:stCxn id="29" idx="0"/>
            <a:endCxn id="148" idx="3"/>
          </p:cNvCxnSpPr>
          <p:nvPr/>
        </p:nvCxnSpPr>
        <p:spPr>
          <a:xfrm rot="5400000" flipH="1" flipV="1">
            <a:off x="7740000" y="4860000"/>
            <a:ext cx="2610000" cy="2070000"/>
          </a:xfrm>
          <a:prstGeom prst="bentConnector4">
            <a:avLst>
              <a:gd name="adj1" fmla="val 44828"/>
              <a:gd name="adj2" fmla="val 1110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Elbow Connector 282">
            <a:extLst>
              <a:ext uri="{FF2B5EF4-FFF2-40B4-BE49-F238E27FC236}">
                <a16:creationId xmlns:a16="http://schemas.microsoft.com/office/drawing/2014/main" id="{4F1E58C9-6345-9DED-AAB7-3C8A2FE4AEE4}"/>
              </a:ext>
            </a:extLst>
          </p:cNvPr>
          <p:cNvCxnSpPr>
            <a:cxnSpLocks/>
            <a:stCxn id="36" idx="1"/>
            <a:endCxn id="12" idx="0"/>
          </p:cNvCxnSpPr>
          <p:nvPr/>
        </p:nvCxnSpPr>
        <p:spPr>
          <a:xfrm rot="10800000" flipV="1">
            <a:off x="4770000" y="4590000"/>
            <a:ext cx="450000" cy="630000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C1E6ECF5-99BD-3DBA-543C-4A18C18D1B11}"/>
              </a:ext>
            </a:extLst>
          </p:cNvPr>
          <p:cNvCxnSpPr>
            <a:cxnSpLocks/>
          </p:cNvCxnSpPr>
          <p:nvPr/>
        </p:nvCxnSpPr>
        <p:spPr>
          <a:xfrm>
            <a:off x="10945940" y="7034570"/>
            <a:ext cx="407276" cy="3022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74B74E6C-10E7-D9B1-3F81-6BDEDC1E8252}"/>
              </a:ext>
            </a:extLst>
          </p:cNvPr>
          <p:cNvSpPr txBox="1"/>
          <p:nvPr/>
        </p:nvSpPr>
        <p:spPr>
          <a:xfrm>
            <a:off x="11402876" y="6910655"/>
            <a:ext cx="798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  <a:b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includes</a:t>
            </a:r>
            <a:endParaRPr lang="de-DE" sz="1200" dirty="0">
              <a:latin typeface="Courier" pitchFamily="2" charset="0"/>
              <a:cs typeface="Arial" panose="020B0604020202020204" pitchFamily="34" charset="0"/>
            </a:endParaRPr>
          </a:p>
        </p:txBody>
      </p:sp>
      <p:cxnSp>
        <p:nvCxnSpPr>
          <p:cNvPr id="322" name="Elbow Connector 321">
            <a:extLst>
              <a:ext uri="{FF2B5EF4-FFF2-40B4-BE49-F238E27FC236}">
                <a16:creationId xmlns:a16="http://schemas.microsoft.com/office/drawing/2014/main" id="{02D0B1E9-6517-4316-1273-16BB3125CF59}"/>
              </a:ext>
            </a:extLst>
          </p:cNvPr>
          <p:cNvCxnSpPr>
            <a:cxnSpLocks/>
          </p:cNvCxnSpPr>
          <p:nvPr/>
        </p:nvCxnSpPr>
        <p:spPr>
          <a:xfrm>
            <a:off x="10945940" y="7437458"/>
            <a:ext cx="407276" cy="3022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Elbow Connector 322">
            <a:extLst>
              <a:ext uri="{FF2B5EF4-FFF2-40B4-BE49-F238E27FC236}">
                <a16:creationId xmlns:a16="http://schemas.microsoft.com/office/drawing/2014/main" id="{2A21C74F-565F-B008-B8B3-24C5509BCEF8}"/>
              </a:ext>
            </a:extLst>
          </p:cNvPr>
          <p:cNvCxnSpPr>
            <a:cxnSpLocks/>
            <a:stCxn id="84" idx="0"/>
            <a:endCxn id="148" idx="3"/>
          </p:cNvCxnSpPr>
          <p:nvPr/>
        </p:nvCxnSpPr>
        <p:spPr>
          <a:xfrm rot="5400000" flipH="1" flipV="1">
            <a:off x="8550000" y="5670000"/>
            <a:ext cx="2610000" cy="450000"/>
          </a:xfrm>
          <a:prstGeom prst="bentConnector4">
            <a:avLst>
              <a:gd name="adj1" fmla="val 44828"/>
              <a:gd name="adj2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Elbow Connector 326">
            <a:extLst>
              <a:ext uri="{FF2B5EF4-FFF2-40B4-BE49-F238E27FC236}">
                <a16:creationId xmlns:a16="http://schemas.microsoft.com/office/drawing/2014/main" id="{48B07C54-889C-0352-0189-7D1147FFF2A7}"/>
              </a:ext>
            </a:extLst>
          </p:cNvPr>
          <p:cNvCxnSpPr>
            <a:cxnSpLocks/>
            <a:stCxn id="111" idx="0"/>
            <a:endCxn id="84" idx="2"/>
          </p:cNvCxnSpPr>
          <p:nvPr/>
        </p:nvCxnSpPr>
        <p:spPr>
          <a:xfrm rot="5400000" flipH="1" flipV="1">
            <a:off x="9450000" y="792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Elbow Connector 333">
            <a:extLst>
              <a:ext uri="{FF2B5EF4-FFF2-40B4-BE49-F238E27FC236}">
                <a16:creationId xmlns:a16="http://schemas.microsoft.com/office/drawing/2014/main" id="{8783DCD2-1A64-E617-1F32-6F60F2380E15}"/>
              </a:ext>
            </a:extLst>
          </p:cNvPr>
          <p:cNvCxnSpPr>
            <a:cxnSpLocks/>
            <a:stCxn id="109" idx="0"/>
            <a:endCxn id="111" idx="2"/>
          </p:cNvCxnSpPr>
          <p:nvPr/>
        </p:nvCxnSpPr>
        <p:spPr>
          <a:xfrm rot="5400000" flipH="1" flipV="1">
            <a:off x="9450000" y="882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Elbow Connector 336">
            <a:extLst>
              <a:ext uri="{FF2B5EF4-FFF2-40B4-BE49-F238E27FC236}">
                <a16:creationId xmlns:a16="http://schemas.microsoft.com/office/drawing/2014/main" id="{F1FC6EA2-7358-C28F-3711-5AF48BCA42CC}"/>
              </a:ext>
            </a:extLst>
          </p:cNvPr>
          <p:cNvCxnSpPr>
            <a:cxnSpLocks/>
            <a:stCxn id="67" idx="0"/>
            <a:endCxn id="148" idx="3"/>
          </p:cNvCxnSpPr>
          <p:nvPr/>
        </p:nvCxnSpPr>
        <p:spPr>
          <a:xfrm rot="5400000" flipH="1" flipV="1">
            <a:off x="6930000" y="4050000"/>
            <a:ext cx="2610000" cy="3690000"/>
          </a:xfrm>
          <a:prstGeom prst="bentConnector4">
            <a:avLst>
              <a:gd name="adj1" fmla="val 44828"/>
              <a:gd name="adj2" fmla="val 1061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Elbow Connector 341">
            <a:extLst>
              <a:ext uri="{FF2B5EF4-FFF2-40B4-BE49-F238E27FC236}">
                <a16:creationId xmlns:a16="http://schemas.microsoft.com/office/drawing/2014/main" id="{18047503-A28C-3124-D1CB-F3DFC8401CA1}"/>
              </a:ext>
            </a:extLst>
          </p:cNvPr>
          <p:cNvCxnSpPr>
            <a:cxnSpLocks/>
            <a:stCxn id="31" idx="3"/>
            <a:endCxn id="84" idx="1"/>
          </p:cNvCxnSpPr>
          <p:nvPr/>
        </p:nvCxnSpPr>
        <p:spPr>
          <a:xfrm flipV="1">
            <a:off x="8640000" y="7470000"/>
            <a:ext cx="360000" cy="90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Elbow Connector 381">
            <a:extLst>
              <a:ext uri="{FF2B5EF4-FFF2-40B4-BE49-F238E27FC236}">
                <a16:creationId xmlns:a16="http://schemas.microsoft.com/office/drawing/2014/main" id="{658ADCC9-FC04-62D2-8A7F-98FA2E67566D}"/>
              </a:ext>
            </a:extLst>
          </p:cNvPr>
          <p:cNvCxnSpPr>
            <a:cxnSpLocks/>
            <a:stCxn id="29" idx="1"/>
            <a:endCxn id="142" idx="3"/>
          </p:cNvCxnSpPr>
          <p:nvPr/>
        </p:nvCxnSpPr>
        <p:spPr>
          <a:xfrm rot="10800000" flipV="1">
            <a:off x="7020000" y="7470000"/>
            <a:ext cx="360000" cy="90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603D3E05-0DA0-E243-DB78-2F8C4E6FDD37}"/>
              </a:ext>
            </a:extLst>
          </p:cNvPr>
          <p:cNvCxnSpPr>
            <a:cxnSpLocks/>
            <a:stCxn id="67" idx="2"/>
            <a:endCxn id="142" idx="0"/>
          </p:cNvCxnSpPr>
          <p:nvPr/>
        </p:nvCxnSpPr>
        <p:spPr>
          <a:xfrm rot="5400000">
            <a:off x="6210000" y="792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Elbow Connector 447">
            <a:extLst>
              <a:ext uri="{FF2B5EF4-FFF2-40B4-BE49-F238E27FC236}">
                <a16:creationId xmlns:a16="http://schemas.microsoft.com/office/drawing/2014/main" id="{E3775DAE-72CD-A08E-6122-93632070CA85}"/>
              </a:ext>
            </a:extLst>
          </p:cNvPr>
          <p:cNvCxnSpPr>
            <a:cxnSpLocks/>
            <a:stCxn id="12" idx="3"/>
            <a:endCxn id="146" idx="1"/>
          </p:cNvCxnSpPr>
          <p:nvPr/>
        </p:nvCxnSpPr>
        <p:spPr>
          <a:xfrm>
            <a:off x="5400000" y="5490000"/>
            <a:ext cx="144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66426E9-0E7D-3D81-16F8-4ADDB3C0615C}"/>
              </a:ext>
            </a:extLst>
          </p:cNvPr>
          <p:cNvSpPr/>
          <p:nvPr/>
        </p:nvSpPr>
        <p:spPr>
          <a:xfrm>
            <a:off x="-3213127" y="684559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SPARE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128F6D-0581-3485-680F-BB8F2CBC53C0}"/>
              </a:ext>
            </a:extLst>
          </p:cNvPr>
          <p:cNvSpPr/>
          <p:nvPr/>
        </p:nvSpPr>
        <p:spPr>
          <a:xfrm>
            <a:off x="-1609268" y="5262841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mpi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parallel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48243F-407A-2BDD-4850-F4DAA06E4184}"/>
              </a:ext>
            </a:extLst>
          </p:cNvPr>
          <p:cNvSpPr txBox="1"/>
          <p:nvPr/>
        </p:nvSpPr>
        <p:spPr>
          <a:xfrm>
            <a:off x="380116" y="260967"/>
            <a:ext cx="478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AngstromCube/a43</a:t>
            </a:r>
            <a:br>
              <a:rPr lang="en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DataFlow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476EDEE-17F3-577E-D41C-CB78C06FE119}"/>
              </a:ext>
            </a:extLst>
          </p:cNvPr>
          <p:cNvSpPr/>
          <p:nvPr/>
        </p:nvSpPr>
        <p:spPr>
          <a:xfrm>
            <a:off x="8886322" y="247423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geometry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input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0B08CBF-0BA5-EE8E-5119-094E1538F235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16200000" flipH="1">
            <a:off x="10270278" y="2260277"/>
            <a:ext cx="405767" cy="19136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69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F252F-4E3D-DF6A-FD58-B550FCF8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E162706B-B583-FFA0-D0D3-ADE33A9D4CC1}"/>
              </a:ext>
            </a:extLst>
          </p:cNvPr>
          <p:cNvSpPr/>
          <p:nvPr/>
        </p:nvSpPr>
        <p:spPr>
          <a:xfrm>
            <a:off x="-3722899" y="1588323"/>
            <a:ext cx="3614036" cy="7516119"/>
          </a:xfrm>
          <a:prstGeom prst="rect">
            <a:avLst/>
          </a:prstGeom>
          <a:solidFill>
            <a:srgbClr val="FFC000">
              <a:alpha val="1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de-DE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Uitlities</a:t>
            </a:r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EA02D-86EC-D398-E085-3EE7629BC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305" y="250508"/>
            <a:ext cx="1320800" cy="132080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A642EE-903D-DA1E-1A07-2EEF6378A348}"/>
              </a:ext>
            </a:extLst>
          </p:cNvPr>
          <p:cNvSpPr/>
          <p:nvPr/>
        </p:nvSpPr>
        <p:spPr>
          <a:xfrm>
            <a:off x="10800000" y="34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geometry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analysis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670FBFF-B83A-FB63-36CE-33CD370B3A5C}"/>
              </a:ext>
            </a:extLst>
          </p:cNvPr>
          <p:cNvSpPr/>
          <p:nvPr/>
        </p:nvSpPr>
        <p:spPr>
          <a:xfrm>
            <a:off x="4140000" y="52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parallel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potential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3ACECD-DC41-C385-A8D7-46F950343BAB}"/>
              </a:ext>
            </a:extLst>
          </p:cNvPr>
          <p:cNvGrpSpPr/>
          <p:nvPr/>
        </p:nvGrpSpPr>
        <p:grpSpPr>
          <a:xfrm>
            <a:off x="11012850" y="2269495"/>
            <a:ext cx="1836663" cy="812800"/>
            <a:chOff x="1186778" y="672706"/>
            <a:chExt cx="1836663" cy="8128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064A9F5-4256-1BEB-47B6-CAB6F7A26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tretch>
              <a:fillRect/>
            </a:stretch>
          </p:blipFill>
          <p:spPr>
            <a:xfrm>
              <a:off x="1186778" y="672706"/>
              <a:ext cx="812800" cy="812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7E425D-D10D-BD16-09C0-572398345355}"/>
                </a:ext>
              </a:extLst>
            </p:cNvPr>
            <p:cNvSpPr txBox="1"/>
            <p:nvPr/>
          </p:nvSpPr>
          <p:spPr>
            <a:xfrm>
              <a:off x="1902108" y="910908"/>
              <a:ext cx="11213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+</a:t>
              </a:r>
              <a:r>
                <a:rPr lang="de-DE" sz="1200" dirty="0" err="1"/>
                <a:t>geometry.file</a:t>
              </a:r>
              <a:endParaRPr lang="de-DE" sz="1200" dirty="0"/>
            </a:p>
            <a:p>
              <a:r>
                <a:rPr lang="de-DE" sz="1200" dirty="0" err="1">
                  <a:latin typeface="Courier" pitchFamily="2" charset="0"/>
                </a:rPr>
                <a:t>atoms.xyz</a:t>
              </a:r>
              <a:endParaRPr lang="de-DE" sz="1200" dirty="0">
                <a:latin typeface="Courier" pitchFamily="2" charset="0"/>
              </a:endParaRPr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B8EE58-F321-B0BB-1945-4BAF63252D6C}"/>
              </a:ext>
            </a:extLst>
          </p:cNvPr>
          <p:cNvSpPr/>
          <p:nvPr/>
        </p:nvSpPr>
        <p:spPr>
          <a:xfrm>
            <a:off x="2520000" y="180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live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atom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5D8797F-B793-F70A-DE71-AAEBBAC63357}"/>
              </a:ext>
            </a:extLst>
          </p:cNvPr>
          <p:cNvSpPr/>
          <p:nvPr/>
        </p:nvSpPr>
        <p:spPr>
          <a:xfrm>
            <a:off x="4744143" y="7352946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kinetic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7B97E7C-DFEC-7A3A-DC31-E9C0C5D3B900}"/>
              </a:ext>
            </a:extLst>
          </p:cNvPr>
          <p:cNvSpPr/>
          <p:nvPr/>
        </p:nvSpPr>
        <p:spPr>
          <a:xfrm>
            <a:off x="885723" y="7217291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real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space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3B2A651-7ADE-D09D-DBCA-809C28416415}"/>
              </a:ext>
            </a:extLst>
          </p:cNvPr>
          <p:cNvSpPr/>
          <p:nvPr/>
        </p:nvSpPr>
        <p:spPr>
          <a:xfrm>
            <a:off x="5220000" y="43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exchange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correlation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EB6A9AF-55AE-E27A-7378-9300CCBDF7B4}"/>
              </a:ext>
            </a:extLst>
          </p:cNvPr>
          <p:cNvSpPr/>
          <p:nvPr/>
        </p:nvSpPr>
        <p:spPr>
          <a:xfrm>
            <a:off x="892498" y="808999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boundary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condition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B6E9394-AB4C-7ED9-AE60-52EF6CAA5902}"/>
              </a:ext>
            </a:extLst>
          </p:cNvPr>
          <p:cNvSpPr/>
          <p:nvPr/>
        </p:nvSpPr>
        <p:spPr>
          <a:xfrm>
            <a:off x="10800000" y="43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chemical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symbol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DBB3705-43C5-9914-40DC-471EA6F7E5DE}"/>
              </a:ext>
            </a:extLst>
          </p:cNvPr>
          <p:cNvSpPr/>
          <p:nvPr/>
        </p:nvSpPr>
        <p:spPr>
          <a:xfrm>
            <a:off x="-1631310" y="833214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xml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reading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7AE3EAFD-0500-F923-0248-ACDAA92E7589}"/>
              </a:ext>
            </a:extLst>
          </p:cNvPr>
          <p:cNvSpPr/>
          <p:nvPr/>
        </p:nvSpPr>
        <p:spPr>
          <a:xfrm>
            <a:off x="6738804" y="7380901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action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B7643C97-61BB-1E6B-1AC6-21726FDDA661}"/>
              </a:ext>
            </a:extLst>
          </p:cNvPr>
          <p:cNvCxnSpPr>
            <a:cxnSpLocks/>
            <a:stCxn id="53" idx="3"/>
            <a:endCxn id="67" idx="1"/>
          </p:cNvCxnSpPr>
          <p:nvPr/>
        </p:nvCxnSpPr>
        <p:spPr>
          <a:xfrm flipV="1">
            <a:off x="7998804" y="7556986"/>
            <a:ext cx="814846" cy="939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EB3EC22-C778-FEF2-683A-EE07FB79478B}"/>
              </a:ext>
            </a:extLst>
          </p:cNvPr>
          <p:cNvCxnSpPr>
            <a:cxnSpLocks/>
            <a:stCxn id="37" idx="3"/>
            <a:endCxn id="91" idx="1"/>
          </p:cNvCxnSpPr>
          <p:nvPr/>
        </p:nvCxnSpPr>
        <p:spPr>
          <a:xfrm flipV="1">
            <a:off x="2152498" y="7449411"/>
            <a:ext cx="508862" cy="910582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E31E091E-A06C-8C33-BE03-6282A9329A3B}"/>
              </a:ext>
            </a:extLst>
          </p:cNvPr>
          <p:cNvCxnSpPr>
            <a:cxnSpLocks/>
            <a:stCxn id="26" idx="3"/>
            <a:endCxn id="53" idx="1"/>
          </p:cNvCxnSpPr>
          <p:nvPr/>
        </p:nvCxnSpPr>
        <p:spPr>
          <a:xfrm>
            <a:off x="6004143" y="7622946"/>
            <a:ext cx="734661" cy="279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E5B0E5F9-1E80-3F07-DA4C-14A7D943BCD8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 rot="16200000" flipH="1">
            <a:off x="11255773" y="3245772"/>
            <a:ext cx="337705" cy="10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E42C5BA0-618B-48E9-DCF5-2898F3131BCA}"/>
              </a:ext>
            </a:extLst>
          </p:cNvPr>
          <p:cNvCxnSpPr>
            <a:cxnSpLocks/>
            <a:stCxn id="39" idx="0"/>
            <a:endCxn id="11" idx="2"/>
          </p:cNvCxnSpPr>
          <p:nvPr/>
        </p:nvCxnSpPr>
        <p:spPr>
          <a:xfrm rot="5400000" flipH="1" flipV="1">
            <a:off x="11250000" y="414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98F3EA8B-4FEF-0E10-A8F4-0DFAD02DA083}"/>
              </a:ext>
            </a:extLst>
          </p:cNvPr>
          <p:cNvCxnSpPr>
            <a:cxnSpLocks/>
            <a:stCxn id="88" idx="3"/>
            <a:endCxn id="53" idx="1"/>
          </p:cNvCxnSpPr>
          <p:nvPr/>
        </p:nvCxnSpPr>
        <p:spPr>
          <a:xfrm flipV="1">
            <a:off x="6062797" y="7650901"/>
            <a:ext cx="676007" cy="6996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D371C876-572B-9005-9FB8-0338C17831FC}"/>
              </a:ext>
            </a:extLst>
          </p:cNvPr>
          <p:cNvCxnSpPr>
            <a:cxnSpLocks/>
            <a:stCxn id="22" idx="3"/>
            <a:endCxn id="144" idx="0"/>
          </p:cNvCxnSpPr>
          <p:nvPr/>
        </p:nvCxnSpPr>
        <p:spPr>
          <a:xfrm>
            <a:off x="3780000" y="2070000"/>
            <a:ext cx="990000" cy="990000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5CC94FF-4A4D-C8F9-BE92-092D0A43C2CA}"/>
              </a:ext>
            </a:extLst>
          </p:cNvPr>
          <p:cNvSpPr/>
          <p:nvPr/>
        </p:nvSpPr>
        <p:spPr>
          <a:xfrm>
            <a:off x="8813650" y="7286986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tfQMRgpu</a:t>
            </a:r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2337BA3A-8E30-B2B7-743B-6917F46B08D9}"/>
              </a:ext>
            </a:extLst>
          </p:cNvPr>
          <p:cNvSpPr/>
          <p:nvPr/>
        </p:nvSpPr>
        <p:spPr>
          <a:xfrm>
            <a:off x="-1931549" y="203724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vector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math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21E6211-3EA7-511A-6E87-65B188524EDF}"/>
              </a:ext>
            </a:extLst>
          </p:cNvPr>
          <p:cNvSpPr/>
          <p:nvPr/>
        </p:nvSpPr>
        <p:spPr>
          <a:xfrm>
            <a:off x="867958" y="52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load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balancer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8E7E93D9-4E6A-C6AC-5B48-5AC502625CDE}"/>
              </a:ext>
            </a:extLst>
          </p:cNvPr>
          <p:cNvSpPr/>
          <p:nvPr/>
        </p:nvSpPr>
        <p:spPr>
          <a:xfrm>
            <a:off x="-3482815" y="2047417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inline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math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E0180E73-0DA7-308C-D047-0813FF6EF790}"/>
              </a:ext>
            </a:extLst>
          </p:cNvPr>
          <p:cNvSpPr/>
          <p:nvPr/>
        </p:nvSpPr>
        <p:spPr>
          <a:xfrm>
            <a:off x="6815337" y="254257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input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4BA9FF2E-0FD0-03AD-5846-21EDB4F689EB}"/>
              </a:ext>
            </a:extLst>
          </p:cNvPr>
          <p:cNvSpPr/>
          <p:nvPr/>
        </p:nvSpPr>
        <p:spPr>
          <a:xfrm>
            <a:off x="4802797" y="8080534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dyadic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1DF3629-19C8-FBBE-FE74-D2610DC6ACAC}"/>
              </a:ext>
            </a:extLst>
          </p:cNvPr>
          <p:cNvSpPr/>
          <p:nvPr/>
        </p:nvSpPr>
        <p:spPr>
          <a:xfrm>
            <a:off x="2661360" y="806214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dyadic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plan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A055727-42D8-FBDC-223F-55A002719161}"/>
              </a:ext>
            </a:extLst>
          </p:cNvPr>
          <p:cNvSpPr/>
          <p:nvPr/>
        </p:nvSpPr>
        <p:spPr>
          <a:xfrm>
            <a:off x="2661360" y="7179411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kinetic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plan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58421633-071E-422A-20DE-89934AC956ED}"/>
              </a:ext>
            </a:extLst>
          </p:cNvPr>
          <p:cNvSpPr/>
          <p:nvPr/>
        </p:nvSpPr>
        <p:spPr>
          <a:xfrm>
            <a:off x="6751464" y="6307252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memory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048C6B25-E63C-5E7A-2E14-A5877DEB3628}"/>
              </a:ext>
            </a:extLst>
          </p:cNvPr>
          <p:cNvSpPr/>
          <p:nvPr/>
        </p:nvSpPr>
        <p:spPr>
          <a:xfrm>
            <a:off x="2610000" y="6168215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function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A2FB963-75EB-0778-8391-B71E6E416409}"/>
              </a:ext>
            </a:extLst>
          </p:cNvPr>
          <p:cNvSpPr/>
          <p:nvPr/>
        </p:nvSpPr>
        <p:spPr>
          <a:xfrm>
            <a:off x="-1685204" y="6897458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pawxml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export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A49FE5E1-B1BB-9E36-5B36-987E202480D4}"/>
              </a:ext>
            </a:extLst>
          </p:cNvPr>
          <p:cNvSpPr/>
          <p:nvPr/>
        </p:nvSpPr>
        <p:spPr>
          <a:xfrm>
            <a:off x="6846350" y="3810968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brillouin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zone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1E7881D9-1D66-5E82-1476-18C7960773B5}"/>
              </a:ext>
            </a:extLst>
          </p:cNvPr>
          <p:cNvSpPr/>
          <p:nvPr/>
        </p:nvSpPr>
        <p:spPr>
          <a:xfrm>
            <a:off x="-3196915" y="754999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bessel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transform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34D6D420-1858-AFFB-0603-622FE04D7F2E}"/>
              </a:ext>
            </a:extLst>
          </p:cNvPr>
          <p:cNvSpPr/>
          <p:nvPr/>
        </p:nvSpPr>
        <p:spPr>
          <a:xfrm>
            <a:off x="-3458890" y="278271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data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view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3B78CD2C-1F9F-65D6-A3AA-1C7007D37BD6}"/>
              </a:ext>
            </a:extLst>
          </p:cNvPr>
          <p:cNvSpPr/>
          <p:nvPr/>
        </p:nvSpPr>
        <p:spPr>
          <a:xfrm>
            <a:off x="-3446136" y="347824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data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list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34EE743B-D479-0660-9CE3-A83E75E200FB}"/>
              </a:ext>
            </a:extLst>
          </p:cNvPr>
          <p:cNvSpPr/>
          <p:nvPr/>
        </p:nvSpPr>
        <p:spPr>
          <a:xfrm>
            <a:off x="6738804" y="813339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action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plan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205A93D7-4348-9B0E-7249-5BCBAC601A65}"/>
              </a:ext>
            </a:extLst>
          </p:cNvPr>
          <p:cNvSpPr/>
          <p:nvPr/>
        </p:nvSpPr>
        <p:spPr>
          <a:xfrm>
            <a:off x="-1609268" y="7690045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json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reading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013CB7DF-88F2-3120-4929-3FA480D38B1B}"/>
              </a:ext>
            </a:extLst>
          </p:cNvPr>
          <p:cNvSpPr/>
          <p:nvPr/>
        </p:nvSpPr>
        <p:spPr>
          <a:xfrm>
            <a:off x="2520000" y="52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parallel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poisson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ECD50146-231B-87D2-4F85-A400F0CEAF30}"/>
              </a:ext>
            </a:extLst>
          </p:cNvPr>
          <p:cNvCxnSpPr>
            <a:cxnSpLocks/>
            <a:stCxn id="115" idx="3"/>
            <a:endCxn id="12" idx="1"/>
          </p:cNvCxnSpPr>
          <p:nvPr/>
        </p:nvCxnSpPr>
        <p:spPr>
          <a:xfrm>
            <a:off x="3780000" y="5490000"/>
            <a:ext cx="3600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A78C52CD-7F1A-2855-8A96-B565DDF40C2C}"/>
              </a:ext>
            </a:extLst>
          </p:cNvPr>
          <p:cNvSpPr/>
          <p:nvPr/>
        </p:nvSpPr>
        <p:spPr>
          <a:xfrm>
            <a:off x="-3217041" y="830483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global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coordinates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A15A1389-F6A2-C92A-A344-8B64188BF31A}"/>
              </a:ext>
            </a:extLst>
          </p:cNvPr>
          <p:cNvSpPr/>
          <p:nvPr/>
        </p:nvSpPr>
        <p:spPr>
          <a:xfrm>
            <a:off x="-3175881" y="5428234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lossful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compression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54F58581-0598-1863-FC1F-1EC95E59A1A4}"/>
              </a:ext>
            </a:extLst>
          </p:cNvPr>
          <p:cNvSpPr/>
          <p:nvPr/>
        </p:nvSpPr>
        <p:spPr>
          <a:xfrm>
            <a:off x="4140000" y="306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radial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r</a:t>
            </a:r>
            <a:r>
              <a:rPr lang="de-DE" sz="1200" baseline="30000" dirty="0">
                <a:solidFill>
                  <a:schemeClr val="tx1"/>
                </a:solidFill>
                <a:latin typeface="Courier" pitchFamily="2" charset="0"/>
              </a:rPr>
              <a:t>2</a:t>
            </a: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grid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69EEFC86-3204-C3CC-D0B5-F901BDA9B113}"/>
              </a:ext>
            </a:extLst>
          </p:cNvPr>
          <p:cNvSpPr/>
          <p:nvPr/>
        </p:nvSpPr>
        <p:spPr>
          <a:xfrm>
            <a:off x="6840000" y="522000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energy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contour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E5C4EE2C-F552-88EE-480A-10F6BE922224}"/>
              </a:ext>
            </a:extLst>
          </p:cNvPr>
          <p:cNvSpPr/>
          <p:nvPr/>
        </p:nvSpPr>
        <p:spPr>
          <a:xfrm>
            <a:off x="8820000" y="522635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solver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660A5295-3D1C-4FB1-56D0-40036274442B}"/>
              </a:ext>
            </a:extLst>
          </p:cNvPr>
          <p:cNvSpPr/>
          <p:nvPr/>
        </p:nvSpPr>
        <p:spPr>
          <a:xfrm>
            <a:off x="-3410851" y="4197801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spherical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harmonics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D60E44A0-43C9-DE5C-008A-02E85FB398D6}"/>
              </a:ext>
            </a:extLst>
          </p:cNvPr>
          <p:cNvSpPr/>
          <p:nvPr/>
        </p:nvSpPr>
        <p:spPr>
          <a:xfrm>
            <a:off x="-1912840" y="281081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simple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math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1997240A-726D-AC43-0791-18A834792C9C}"/>
              </a:ext>
            </a:extLst>
          </p:cNvPr>
          <p:cNvSpPr/>
          <p:nvPr/>
        </p:nvSpPr>
        <p:spPr>
          <a:xfrm>
            <a:off x="-1888574" y="3530074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simple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stats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8D14D255-C471-D9B4-8B4C-8C4F27518DF4}"/>
              </a:ext>
            </a:extLst>
          </p:cNvPr>
          <p:cNvSpPr/>
          <p:nvPr/>
        </p:nvSpPr>
        <p:spPr>
          <a:xfrm>
            <a:off x="-1895618" y="4220467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simple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timer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E82D3EFD-9682-1FD0-012F-C4CB173239C5}"/>
              </a:ext>
            </a:extLst>
          </p:cNvPr>
          <p:cNvSpPr/>
          <p:nvPr/>
        </p:nvSpPr>
        <p:spPr>
          <a:xfrm>
            <a:off x="810000" y="1792582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sho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unitary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49DD6A17-A11F-A26C-20B5-A5784627BABB}"/>
              </a:ext>
            </a:extLst>
          </p:cNvPr>
          <p:cNvSpPr/>
          <p:nvPr/>
        </p:nvSpPr>
        <p:spPr>
          <a:xfrm>
            <a:off x="-3212973" y="6084836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debug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output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D6D66BB8-12FD-8330-FCF0-8F47A7605A64}"/>
              </a:ext>
            </a:extLst>
          </p:cNvPr>
          <p:cNvSpPr/>
          <p:nvPr/>
        </p:nvSpPr>
        <p:spPr>
          <a:xfrm>
            <a:off x="-1628484" y="6123888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debug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tools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DBE4363D-7038-D1AB-124C-7A41E2E753D4}"/>
              </a:ext>
            </a:extLst>
          </p:cNvPr>
          <p:cNvCxnSpPr>
            <a:cxnSpLocks/>
            <a:stCxn id="144" idx="2"/>
            <a:endCxn id="12" idx="0"/>
          </p:cNvCxnSpPr>
          <p:nvPr/>
        </p:nvCxnSpPr>
        <p:spPr>
          <a:xfrm rot="5400000">
            <a:off x="3960000" y="4410000"/>
            <a:ext cx="1620000" cy="127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Elbow Connector 206">
            <a:extLst>
              <a:ext uri="{FF2B5EF4-FFF2-40B4-BE49-F238E27FC236}">
                <a16:creationId xmlns:a16="http://schemas.microsoft.com/office/drawing/2014/main" id="{B925DC1E-F465-16FB-6E40-DEF05ADA2637}"/>
              </a:ext>
            </a:extLst>
          </p:cNvPr>
          <p:cNvCxnSpPr>
            <a:cxnSpLocks/>
            <a:stCxn id="102" idx="2"/>
            <a:endCxn id="146" idx="0"/>
          </p:cNvCxnSpPr>
          <p:nvPr/>
        </p:nvCxnSpPr>
        <p:spPr>
          <a:xfrm rot="5400000">
            <a:off x="7038659" y="4782309"/>
            <a:ext cx="869032" cy="63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7B2B0D47-D78A-C2AF-67CD-2D456499E0F6}"/>
              </a:ext>
            </a:extLst>
          </p:cNvPr>
          <p:cNvCxnSpPr>
            <a:cxnSpLocks/>
            <a:stCxn id="148" idx="1"/>
          </p:cNvCxnSpPr>
          <p:nvPr/>
        </p:nvCxnSpPr>
        <p:spPr>
          <a:xfrm rot="10800000" flipV="1">
            <a:off x="8100000" y="5496350"/>
            <a:ext cx="720000" cy="9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Elbow Connector 282">
            <a:extLst>
              <a:ext uri="{FF2B5EF4-FFF2-40B4-BE49-F238E27FC236}">
                <a16:creationId xmlns:a16="http://schemas.microsoft.com/office/drawing/2014/main" id="{6C1A865D-06DB-1B74-3247-89845A674C4B}"/>
              </a:ext>
            </a:extLst>
          </p:cNvPr>
          <p:cNvCxnSpPr>
            <a:cxnSpLocks/>
            <a:stCxn id="36" idx="1"/>
            <a:endCxn id="12" idx="0"/>
          </p:cNvCxnSpPr>
          <p:nvPr/>
        </p:nvCxnSpPr>
        <p:spPr>
          <a:xfrm rot="10800000" flipV="1">
            <a:off x="4770000" y="4590000"/>
            <a:ext cx="450000" cy="630000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BF1C883E-FF11-4F14-F4A4-AE57F517B7C2}"/>
              </a:ext>
            </a:extLst>
          </p:cNvPr>
          <p:cNvSpPr txBox="1"/>
          <p:nvPr/>
        </p:nvSpPr>
        <p:spPr>
          <a:xfrm>
            <a:off x="11402876" y="6910655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direction</a:t>
            </a:r>
            <a:b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1200" dirty="0">
              <a:latin typeface="Courier" pitchFamily="2" charset="0"/>
              <a:cs typeface="Arial" panose="020B0604020202020204" pitchFamily="34" charset="0"/>
            </a:endParaRPr>
          </a:p>
        </p:txBody>
      </p:sp>
      <p:cxnSp>
        <p:nvCxnSpPr>
          <p:cNvPr id="322" name="Elbow Connector 321">
            <a:extLst>
              <a:ext uri="{FF2B5EF4-FFF2-40B4-BE49-F238E27FC236}">
                <a16:creationId xmlns:a16="http://schemas.microsoft.com/office/drawing/2014/main" id="{C4E3BAB2-79DB-6CB2-0126-1B3587944762}"/>
              </a:ext>
            </a:extLst>
          </p:cNvPr>
          <p:cNvCxnSpPr>
            <a:cxnSpLocks/>
          </p:cNvCxnSpPr>
          <p:nvPr/>
        </p:nvCxnSpPr>
        <p:spPr>
          <a:xfrm>
            <a:off x="10968667" y="7099892"/>
            <a:ext cx="407276" cy="0"/>
          </a:xfrm>
          <a:prstGeom prst="bentConnector3">
            <a:avLst>
              <a:gd name="adj1" fmla="val 64967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753AA2D-900B-4711-F71B-2DD619500566}"/>
              </a:ext>
            </a:extLst>
          </p:cNvPr>
          <p:cNvSpPr/>
          <p:nvPr/>
        </p:nvSpPr>
        <p:spPr>
          <a:xfrm>
            <a:off x="-3213127" y="684559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pawxml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import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EFADAD-C713-C67F-76D2-4363D6E11FCF}"/>
              </a:ext>
            </a:extLst>
          </p:cNvPr>
          <p:cNvSpPr/>
          <p:nvPr/>
        </p:nvSpPr>
        <p:spPr>
          <a:xfrm>
            <a:off x="874787" y="3556316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mpi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parallel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66C100-2E7B-57B8-F3ED-8F6D24692BDF}"/>
              </a:ext>
            </a:extLst>
          </p:cNvPr>
          <p:cNvSpPr txBox="1"/>
          <p:nvPr/>
        </p:nvSpPr>
        <p:spPr>
          <a:xfrm>
            <a:off x="380116" y="260967"/>
            <a:ext cx="10632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AngstromCube/green		DataFlow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9F198F1-8D5C-51D1-E54D-42A5DD7BDFE4}"/>
              </a:ext>
            </a:extLst>
          </p:cNvPr>
          <p:cNvGrpSpPr/>
          <p:nvPr/>
        </p:nvGrpSpPr>
        <p:grpSpPr>
          <a:xfrm>
            <a:off x="810000" y="574311"/>
            <a:ext cx="8984968" cy="812800"/>
            <a:chOff x="1800000" y="574311"/>
            <a:chExt cx="8984968" cy="8128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D7BBB60-BFF5-158C-D8F6-2854FCC5B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tretch>
              <a:fillRect/>
            </a:stretch>
          </p:blipFill>
          <p:spPr>
            <a:xfrm>
              <a:off x="9972168" y="574311"/>
              <a:ext cx="812800" cy="812800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0EA06D1-CC37-B865-D738-3895A7C44862}"/>
                </a:ext>
              </a:extLst>
            </p:cNvPr>
            <p:cNvGrpSpPr/>
            <p:nvPr/>
          </p:nvGrpSpPr>
          <p:grpSpPr>
            <a:xfrm>
              <a:off x="7200000" y="720000"/>
              <a:ext cx="2312519" cy="540000"/>
              <a:chOff x="6588961" y="855052"/>
              <a:chExt cx="2312519" cy="540000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7ED03CF7-54C2-AD9D-9709-9DC45D479EFD}"/>
                  </a:ext>
                </a:extLst>
              </p:cNvPr>
              <p:cNvSpPr/>
              <p:nvPr/>
            </p:nvSpPr>
            <p:spPr>
              <a:xfrm>
                <a:off x="6588961" y="855052"/>
                <a:ext cx="1260000" cy="5400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dirty="0" err="1">
                    <a:solidFill>
                      <a:schemeClr val="tx1"/>
                    </a:solidFill>
                    <a:latin typeface="Courier" pitchFamily="2" charset="0"/>
                  </a:rPr>
                  <a:t>control</a:t>
                </a:r>
                <a:endParaRPr lang="de-DE" sz="1200" dirty="0">
                  <a:solidFill>
                    <a:schemeClr val="tx1"/>
                  </a:solidFill>
                  <a:latin typeface="Courier" pitchFamily="2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E37BEA-7A9E-2C12-87F1-F8209B05E307}"/>
                  </a:ext>
                </a:extLst>
              </p:cNvPr>
              <p:cNvSpPr txBox="1"/>
              <p:nvPr/>
            </p:nvSpPr>
            <p:spPr>
              <a:xfrm>
                <a:off x="7966801" y="886855"/>
                <a:ext cx="9346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+</a:t>
                </a:r>
                <a:r>
                  <a:rPr lang="de-DE" sz="12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control.file</a:t>
                </a:r>
                <a:endParaRPr lang="de-DE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2775C3DD-7532-BC8E-EFAE-BA1BBEC0FAE5}"/>
                </a:ext>
              </a:extLst>
            </p:cNvPr>
            <p:cNvCxnSpPr>
              <a:cxnSpLocks/>
              <a:stCxn id="10" idx="1"/>
              <a:endCxn id="15" idx="3"/>
            </p:cNvCxnSpPr>
            <p:nvPr/>
          </p:nvCxnSpPr>
          <p:spPr>
            <a:xfrm rot="10800000" flipV="1">
              <a:off x="8460000" y="980710"/>
              <a:ext cx="1512168" cy="9289"/>
            </a:xfrm>
            <a:prstGeom prst="bentConnector3">
              <a:avLst>
                <a:gd name="adj1" fmla="val 50000"/>
              </a:avLst>
            </a:prstGeom>
            <a:ln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0F9EEC99-9C7B-62EB-E672-BF5DE636A0FA}"/>
                </a:ext>
              </a:extLst>
            </p:cNvPr>
            <p:cNvSpPr/>
            <p:nvPr/>
          </p:nvSpPr>
          <p:spPr>
            <a:xfrm>
              <a:off x="1800000" y="720000"/>
              <a:ext cx="1260000" cy="54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recorded</a:t>
              </a:r>
              <a:br>
                <a:rPr lang="de-DE" sz="1200" dirty="0">
                  <a:solidFill>
                    <a:schemeClr val="tx1"/>
                  </a:solidFill>
                  <a:latin typeface="Courier" pitchFamily="2" charset="0"/>
                </a:rPr>
              </a:br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warnings</a:t>
              </a:r>
              <a:endParaRPr lang="de-DE" sz="1200" dirty="0">
                <a:solidFill>
                  <a:schemeClr val="tx1"/>
                </a:solidFill>
                <a:latin typeface="Courier" pitchFamily="2" charset="0"/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020E1937-EC86-921E-0BBA-F40DCD90EF9E}"/>
                </a:ext>
              </a:extLst>
            </p:cNvPr>
            <p:cNvSpPr/>
            <p:nvPr/>
          </p:nvSpPr>
          <p:spPr>
            <a:xfrm>
              <a:off x="3600000" y="720000"/>
              <a:ext cx="1260000" cy="54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unit</a:t>
              </a:r>
              <a:br>
                <a:rPr lang="de-DE" sz="1200" dirty="0">
                  <a:solidFill>
                    <a:schemeClr val="tx1"/>
                  </a:solidFill>
                  <a:latin typeface="Courier" pitchFamily="2" charset="0"/>
                </a:rPr>
              </a:br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system</a:t>
              </a:r>
              <a:endParaRPr lang="de-DE" sz="1200" dirty="0">
                <a:solidFill>
                  <a:schemeClr val="tx1"/>
                </a:solidFill>
                <a:latin typeface="Courier" pitchFamily="2" charset="0"/>
              </a:endParaRP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8FE97BAB-BBEE-20D4-6296-D075AC0E2F70}"/>
                </a:ext>
              </a:extLst>
            </p:cNvPr>
            <p:cNvSpPr/>
            <p:nvPr/>
          </p:nvSpPr>
          <p:spPr>
            <a:xfrm>
              <a:off x="5400000" y="720000"/>
              <a:ext cx="1260000" cy="54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display</a:t>
              </a:r>
              <a:br>
                <a:rPr lang="de-DE" sz="1200" dirty="0">
                  <a:solidFill>
                    <a:schemeClr val="tx1"/>
                  </a:solidFill>
                  <a:latin typeface="Courier" pitchFamily="2" charset="0"/>
                </a:rPr>
              </a:br>
              <a:r>
                <a:rPr lang="de-DE" sz="1200" dirty="0" err="1">
                  <a:solidFill>
                    <a:schemeClr val="tx1"/>
                  </a:solidFill>
                  <a:latin typeface="Courier" pitchFamily="2" charset="0"/>
                </a:rPr>
                <a:t>units</a:t>
              </a:r>
              <a:endParaRPr lang="de-DE" sz="1200" dirty="0">
                <a:solidFill>
                  <a:schemeClr val="tx1"/>
                </a:solidFill>
                <a:latin typeface="Courier" pitchFamily="2" charset="0"/>
              </a:endParaRPr>
            </a:p>
          </p:txBody>
        </p:sp>
      </p:grp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352682EF-E537-8DC3-B7F7-43AC8F125CFD}"/>
              </a:ext>
            </a:extLst>
          </p:cNvPr>
          <p:cNvCxnSpPr>
            <a:cxnSpLocks/>
            <a:stCxn id="14" idx="1"/>
            <a:endCxn id="63" idx="3"/>
          </p:cNvCxnSpPr>
          <p:nvPr/>
        </p:nvCxnSpPr>
        <p:spPr>
          <a:xfrm rot="10800000" flipV="1">
            <a:off x="10146322" y="2675895"/>
            <a:ext cx="866528" cy="6833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AF6D495-0D45-29FA-0DC2-D4661C96662A}"/>
              </a:ext>
            </a:extLst>
          </p:cNvPr>
          <p:cNvSpPr/>
          <p:nvPr/>
        </p:nvSpPr>
        <p:spPr>
          <a:xfrm>
            <a:off x="8886322" y="2474233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geometry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input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451" name="Elbow Connector 450">
            <a:extLst>
              <a:ext uri="{FF2B5EF4-FFF2-40B4-BE49-F238E27FC236}">
                <a16:creationId xmlns:a16="http://schemas.microsoft.com/office/drawing/2014/main" id="{8C7EDE67-3D3D-495C-4CE6-512A2B6F650E}"/>
              </a:ext>
            </a:extLst>
          </p:cNvPr>
          <p:cNvCxnSpPr>
            <a:cxnSpLocks/>
            <a:stCxn id="63" idx="1"/>
            <a:endCxn id="87" idx="3"/>
          </p:cNvCxnSpPr>
          <p:nvPr/>
        </p:nvCxnSpPr>
        <p:spPr>
          <a:xfrm rot="10800000" flipV="1">
            <a:off x="8075338" y="2744233"/>
            <a:ext cx="810985" cy="6834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Rounded Rectangle 453">
            <a:extLst>
              <a:ext uri="{FF2B5EF4-FFF2-40B4-BE49-F238E27FC236}">
                <a16:creationId xmlns:a16="http://schemas.microsoft.com/office/drawing/2014/main" id="{F218CC7F-E6DE-25F0-294A-B9215FDCB684}"/>
              </a:ext>
            </a:extLst>
          </p:cNvPr>
          <p:cNvSpPr/>
          <p:nvPr/>
        </p:nvSpPr>
        <p:spPr>
          <a:xfrm>
            <a:off x="864227" y="4386070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parallel</a:t>
            </a:r>
          </a:p>
        </p:txBody>
      </p:sp>
      <p:sp>
        <p:nvSpPr>
          <p:cNvPr id="455" name="Rounded Rectangle 454">
            <a:extLst>
              <a:ext uri="{FF2B5EF4-FFF2-40B4-BE49-F238E27FC236}">
                <a16:creationId xmlns:a16="http://schemas.microsoft.com/office/drawing/2014/main" id="{3B4A3D0E-CC76-05A8-18FC-8B2A1D34C9AB}"/>
              </a:ext>
            </a:extLst>
          </p:cNvPr>
          <p:cNvSpPr/>
          <p:nvPr/>
        </p:nvSpPr>
        <p:spPr>
          <a:xfrm>
            <a:off x="2489162" y="3953731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sparse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cxnSp>
        <p:nvCxnSpPr>
          <p:cNvPr id="456" name="Elbow Connector 455">
            <a:extLst>
              <a:ext uri="{FF2B5EF4-FFF2-40B4-BE49-F238E27FC236}">
                <a16:creationId xmlns:a16="http://schemas.microsoft.com/office/drawing/2014/main" id="{5D168BDA-53DB-4705-B56C-1A23F6532E46}"/>
              </a:ext>
            </a:extLst>
          </p:cNvPr>
          <p:cNvCxnSpPr>
            <a:cxnSpLocks/>
            <a:stCxn id="146" idx="1"/>
            <a:endCxn id="12" idx="3"/>
          </p:cNvCxnSpPr>
          <p:nvPr/>
        </p:nvCxnSpPr>
        <p:spPr>
          <a:xfrm rot="10800000">
            <a:off x="5400000" y="5490000"/>
            <a:ext cx="1440000" cy="127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Rounded Rectangle 458">
            <a:extLst>
              <a:ext uri="{FF2B5EF4-FFF2-40B4-BE49-F238E27FC236}">
                <a16:creationId xmlns:a16="http://schemas.microsoft.com/office/drawing/2014/main" id="{6D3227B6-71BA-0A76-A604-E2DF8E02E36B}"/>
              </a:ext>
            </a:extLst>
          </p:cNvPr>
          <p:cNvSpPr/>
          <p:nvPr/>
        </p:nvSpPr>
        <p:spPr>
          <a:xfrm>
            <a:off x="10789250" y="5348771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experiments</a:t>
            </a:r>
            <a:endParaRPr lang="de-DE" sz="1200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460" name="Rounded Rectangle 459">
            <a:extLst>
              <a:ext uri="{FF2B5EF4-FFF2-40B4-BE49-F238E27FC236}">
                <a16:creationId xmlns:a16="http://schemas.microsoft.com/office/drawing/2014/main" id="{F119444A-1F77-38EC-C1DD-9BA6C041ABD8}"/>
              </a:ext>
            </a:extLst>
          </p:cNvPr>
          <p:cNvSpPr/>
          <p:nvPr/>
        </p:nvSpPr>
        <p:spPr>
          <a:xfrm>
            <a:off x="4769999" y="6464572"/>
            <a:ext cx="1260000" cy="540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Courier" pitchFamily="2" charset="0"/>
              </a:rPr>
              <a:t>green</a:t>
            </a:r>
            <a:br>
              <a:rPr lang="de-DE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de-DE" sz="1200" dirty="0">
                <a:solidFill>
                  <a:schemeClr val="tx1"/>
                </a:solidFill>
                <a:latin typeface="Courier" pitchFamily="2" charset="0"/>
              </a:rPr>
              <a:t>potential</a:t>
            </a:r>
          </a:p>
        </p:txBody>
      </p:sp>
      <p:cxnSp>
        <p:nvCxnSpPr>
          <p:cNvPr id="472" name="Elbow Connector 471">
            <a:extLst>
              <a:ext uri="{FF2B5EF4-FFF2-40B4-BE49-F238E27FC236}">
                <a16:creationId xmlns:a16="http://schemas.microsoft.com/office/drawing/2014/main" id="{71F13B36-079D-AB38-7187-6C2D23ACD3F9}"/>
              </a:ext>
            </a:extLst>
          </p:cNvPr>
          <p:cNvCxnSpPr>
            <a:cxnSpLocks/>
            <a:stCxn id="67" idx="0"/>
            <a:endCxn id="148" idx="2"/>
          </p:cNvCxnSpPr>
          <p:nvPr/>
        </p:nvCxnSpPr>
        <p:spPr>
          <a:xfrm rot="5400000" flipH="1" flipV="1">
            <a:off x="8686507" y="6523493"/>
            <a:ext cx="1520636" cy="6350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Elbow Connector 489">
            <a:extLst>
              <a:ext uri="{FF2B5EF4-FFF2-40B4-BE49-F238E27FC236}">
                <a16:creationId xmlns:a16="http://schemas.microsoft.com/office/drawing/2014/main" id="{E70396B4-3772-0D21-BD56-7B247040997B}"/>
              </a:ext>
            </a:extLst>
          </p:cNvPr>
          <p:cNvCxnSpPr>
            <a:cxnSpLocks/>
            <a:stCxn id="91" idx="3"/>
            <a:endCxn id="26" idx="1"/>
          </p:cNvCxnSpPr>
          <p:nvPr/>
        </p:nvCxnSpPr>
        <p:spPr>
          <a:xfrm>
            <a:off x="3921360" y="7449411"/>
            <a:ext cx="822783" cy="173535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Elbow Connector 497">
            <a:extLst>
              <a:ext uri="{FF2B5EF4-FFF2-40B4-BE49-F238E27FC236}">
                <a16:creationId xmlns:a16="http://schemas.microsoft.com/office/drawing/2014/main" id="{30F7B016-C331-0456-E209-08F2E4AD89A6}"/>
              </a:ext>
            </a:extLst>
          </p:cNvPr>
          <p:cNvCxnSpPr>
            <a:cxnSpLocks/>
            <a:stCxn id="111" idx="0"/>
            <a:endCxn id="53" idx="2"/>
          </p:cNvCxnSpPr>
          <p:nvPr/>
        </p:nvCxnSpPr>
        <p:spPr>
          <a:xfrm rot="5400000" flipH="1" flipV="1">
            <a:off x="7262560" y="8027146"/>
            <a:ext cx="212489" cy="12700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Elbow Connector 502">
            <a:extLst>
              <a:ext uri="{FF2B5EF4-FFF2-40B4-BE49-F238E27FC236}">
                <a16:creationId xmlns:a16="http://schemas.microsoft.com/office/drawing/2014/main" id="{030B0079-B1EF-D79D-5167-15347D25E7A5}"/>
              </a:ext>
            </a:extLst>
          </p:cNvPr>
          <p:cNvCxnSpPr>
            <a:cxnSpLocks/>
            <a:stCxn id="460" idx="3"/>
            <a:endCxn id="53" idx="1"/>
          </p:cNvCxnSpPr>
          <p:nvPr/>
        </p:nvCxnSpPr>
        <p:spPr>
          <a:xfrm>
            <a:off x="6029999" y="6734572"/>
            <a:ext cx="708805" cy="916329"/>
          </a:xfrm>
          <a:prstGeom prst="bent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46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1295</TotalTime>
  <Words>485</Words>
  <Application>Microsoft Macintosh PowerPoint</Application>
  <PresentationFormat>A3 Paper (297x420 mm)</PresentationFormat>
  <Paragraphs>166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135</cp:revision>
  <cp:lastPrinted>2021-07-13T19:11:49Z</cp:lastPrinted>
  <dcterms:created xsi:type="dcterms:W3CDTF">2019-12-22T19:44:37Z</dcterms:created>
  <dcterms:modified xsi:type="dcterms:W3CDTF">2026-03-13T09:08:08Z</dcterms:modified>
</cp:coreProperties>
</file>